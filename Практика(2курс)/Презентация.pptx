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62" r:id="rId2"/>
    <p:sldId id="258" r:id="rId3"/>
    <p:sldId id="266" r:id="rId4"/>
    <p:sldId id="268" r:id="rId5"/>
    <p:sldId id="269" r:id="rId6"/>
    <p:sldId id="271" r:id="rId7"/>
    <p:sldId id="272" r:id="rId8"/>
    <p:sldId id="273" r:id="rId9"/>
    <p:sldId id="282" r:id="rId10"/>
    <p:sldId id="283" r:id="rId11"/>
    <p:sldId id="275" r:id="rId12"/>
    <p:sldId id="276" r:id="rId13"/>
    <p:sldId id="279" r:id="rId14"/>
    <p:sldId id="280" r:id="rId15"/>
    <p:sldId id="267" r:id="rId16"/>
    <p:sldId id="270" r:id="rId17"/>
    <p:sldId id="277" r:id="rId18"/>
    <p:sldId id="286" r:id="rId19"/>
    <p:sldId id="285" r:id="rId20"/>
    <p:sldId id="281" r:id="rId21"/>
    <p:sldId id="290" r:id="rId22"/>
    <p:sldId id="287" r:id="rId23"/>
    <p:sldId id="288" r:id="rId24"/>
    <p:sldId id="289" r:id="rId25"/>
    <p:sldId id="284" r:id="rId2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66537D07-F6E7-48DC-B459-F9800ED5311A}">
          <p14:sldIdLst>
            <p14:sldId id="262"/>
            <p14:sldId id="258"/>
            <p14:sldId id="266"/>
            <p14:sldId id="268"/>
            <p14:sldId id="269"/>
            <p14:sldId id="271"/>
            <p14:sldId id="272"/>
            <p14:sldId id="273"/>
            <p14:sldId id="282"/>
            <p14:sldId id="283"/>
            <p14:sldId id="275"/>
            <p14:sldId id="276"/>
            <p14:sldId id="279"/>
            <p14:sldId id="280"/>
            <p14:sldId id="267"/>
            <p14:sldId id="270"/>
            <p14:sldId id="277"/>
          </p14:sldIdLst>
        </p14:section>
        <p14:section name="Приложения" id="{909065BC-0FE9-47DC-9A89-4A417127161B}">
          <p14:sldIdLst>
            <p14:sldId id="286"/>
            <p14:sldId id="285"/>
            <p14:sldId id="281"/>
            <p14:sldId id="290"/>
            <p14:sldId id="287"/>
            <p14:sldId id="288"/>
            <p14:sldId id="289"/>
            <p14:sldId id="28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2627" autoAdjust="0"/>
  </p:normalViewPr>
  <p:slideViewPr>
    <p:cSldViewPr snapToGrid="0">
      <p:cViewPr varScale="1">
        <p:scale>
          <a:sx n="124" d="100"/>
          <a:sy n="124" d="100"/>
        </p:scale>
        <p:origin x="31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4_4">
  <dgm:title val=""/>
  <dgm:desc val=""/>
  <dgm:catLst>
    <dgm:cat type="accent4" pri="11400"/>
  </dgm:catLst>
  <dgm:styleLbl name="node0">
    <dgm:fillClrLst meth="cycle">
      <a:schemeClr val="accent4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4">
        <a:shade val="50000"/>
      </a:schemeClr>
      <a:schemeClr val="accent4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4">
        <a:shade val="50000"/>
      </a:schemeClr>
      <a:schemeClr val="accent4">
        <a:tint val="55000"/>
      </a:schemeClr>
    </dgm:fillClrLst>
    <dgm:linClrLst meth="cycle">
      <a:schemeClr val="accent4">
        <a:shade val="50000"/>
      </a:schemeClr>
      <a:schemeClr val="accent4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4">
        <a:shade val="50000"/>
      </a:schemeClr>
      <a:schemeClr val="accent4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4">
        <a:shade val="80000"/>
        <a:alpha val="50000"/>
      </a:schemeClr>
      <a:schemeClr val="accent4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4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4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4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4">
        <a:shade val="90000"/>
      </a:schemeClr>
      <a:schemeClr val="accent4">
        <a:tint val="50000"/>
      </a:schemeClr>
    </dgm:fillClrLst>
    <dgm:linClrLst meth="cycle"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4">
        <a:shade val="90000"/>
      </a:schemeClr>
      <a:schemeClr val="accent4">
        <a:tint val="50000"/>
      </a:schemeClr>
    </dgm:fillClrLst>
    <dgm:linClrLst meth="cycle"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4">
        <a:shade val="90000"/>
      </a:schemeClr>
      <a:schemeClr val="accent4">
        <a:tint val="50000"/>
      </a:schemeClr>
    </dgm:fillClrLst>
    <dgm:linClrLst meth="cycle"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4">
        <a:shade val="90000"/>
      </a:schemeClr>
      <a:schemeClr val="accent4">
        <a:tint val="50000"/>
      </a:schemeClr>
    </dgm:fillClrLst>
    <dgm:linClrLst meth="cycle">
      <a:schemeClr val="accent4">
        <a:shade val="90000"/>
      </a:schemeClr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4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4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4">
        <a:shade val="50000"/>
      </a:schemeClr>
      <a:schemeClr val="accent4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4">
        <a:shade val="50000"/>
      </a:schemeClr>
      <a:schemeClr val="accent4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4">
        <a:shade val="50000"/>
      </a:schemeClr>
      <a:schemeClr val="accent4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4">
        <a:shade val="50000"/>
      </a:schemeClr>
      <a:schemeClr val="accent4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4">
        <a:shade val="50000"/>
      </a:schemeClr>
      <a:schemeClr val="accent4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55000"/>
      </a:schemeClr>
    </dgm:fillClrLst>
    <dgm:linClrLst meth="repeat">
      <a:schemeClr val="accent4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55000"/>
      </a:schemeClr>
    </dgm:fillClrLst>
    <dgm:linClrLst meth="repeat">
      <a:schemeClr val="accent4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55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14E474F-EA6F-4275-9BFA-B9307FBE3667}" type="doc">
      <dgm:prSet loTypeId="urn:microsoft.com/office/officeart/2005/8/layout/chart3" loCatId="relationship" qsTypeId="urn:microsoft.com/office/officeart/2005/8/quickstyle/3d6" qsCatId="3D" csTypeId="urn:microsoft.com/office/officeart/2005/8/colors/accent4_4" csCatId="accent4" phldr="1"/>
      <dgm:spPr/>
      <dgm:t>
        <a:bodyPr/>
        <a:lstStyle/>
        <a:p>
          <a:endParaRPr lang="ru-RU"/>
        </a:p>
      </dgm:t>
    </dgm:pt>
    <dgm:pt modelId="{072C67D0-CCC9-456B-BD7F-CCF52DD918CB}">
      <dgm:prSet phldrT="[Текст]" custT="1"/>
      <dgm:spPr/>
      <dgm:t>
        <a:bodyPr/>
        <a:lstStyle/>
        <a:p>
          <a:endParaRPr lang="ru-RU" sz="1800" dirty="0"/>
        </a:p>
      </dgm:t>
    </dgm:pt>
    <dgm:pt modelId="{DBFCF27A-307C-4B9C-8B9A-86B0986FFB47}" type="parTrans" cxnId="{E36E5423-49F7-4E0E-BF42-10DAA118D792}">
      <dgm:prSet/>
      <dgm:spPr/>
      <dgm:t>
        <a:bodyPr/>
        <a:lstStyle/>
        <a:p>
          <a:endParaRPr lang="ru-RU"/>
        </a:p>
      </dgm:t>
    </dgm:pt>
    <dgm:pt modelId="{A0D17521-6CF5-4D6A-9BA8-CB9B916774B1}" type="sibTrans" cxnId="{E36E5423-49F7-4E0E-BF42-10DAA118D792}">
      <dgm:prSet/>
      <dgm:spPr/>
      <dgm:t>
        <a:bodyPr/>
        <a:lstStyle/>
        <a:p>
          <a:endParaRPr lang="ru-RU"/>
        </a:p>
      </dgm:t>
    </dgm:pt>
    <dgm:pt modelId="{C6740C97-BA1F-427F-AA4C-AE94D59B91D8}">
      <dgm:prSet phldrT="[Текст]" custT="1"/>
      <dgm:spPr/>
      <dgm:t>
        <a:bodyPr/>
        <a:lstStyle/>
        <a:p>
          <a:endParaRPr lang="ru-RU" sz="2000" dirty="0"/>
        </a:p>
      </dgm:t>
    </dgm:pt>
    <dgm:pt modelId="{5CA2FAB1-E9B3-4937-8D89-8A5462353A75}" type="parTrans" cxnId="{55592A5D-685F-4F9A-BD83-DC2EFD9BF028}">
      <dgm:prSet/>
      <dgm:spPr/>
      <dgm:t>
        <a:bodyPr/>
        <a:lstStyle/>
        <a:p>
          <a:endParaRPr lang="ru-RU"/>
        </a:p>
      </dgm:t>
    </dgm:pt>
    <dgm:pt modelId="{1335737C-7FB9-4C79-BAE4-B7CD62D6BD6B}" type="sibTrans" cxnId="{55592A5D-685F-4F9A-BD83-DC2EFD9BF028}">
      <dgm:prSet/>
      <dgm:spPr/>
      <dgm:t>
        <a:bodyPr/>
        <a:lstStyle/>
        <a:p>
          <a:endParaRPr lang="ru-RU"/>
        </a:p>
      </dgm:t>
    </dgm:pt>
    <dgm:pt modelId="{A83B1956-B012-412F-AD69-2481AB51D178}">
      <dgm:prSet custT="1"/>
      <dgm:spPr>
        <a:solidFill>
          <a:srgbClr val="0F9ED5">
            <a:shade val="50000"/>
            <a:hueOff val="406356"/>
            <a:satOff val="-23479"/>
            <a:lumOff val="32489"/>
            <a:alphaOff val="0"/>
          </a:srgbClr>
        </a:solidFill>
        <a:ln>
          <a:noFill/>
        </a:ln>
        <a:effectLst/>
        <a:sp3d prstMaterial="plastic">
          <a:bevelT w="50800" h="50800"/>
          <a:bevelB w="50800" h="50800"/>
        </a:sp3d>
      </dgm:spPr>
      <dgm:t>
        <a:bodyPr spcFirstLastPara="0" vert="horz" wrap="square" lIns="22860" tIns="22860" rIns="22860" bIns="22860" numCol="1" spcCol="1270" anchor="ctr" anchorCtr="0"/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1800" kern="1200" dirty="0">
            <a:solidFill>
              <a:prstClr val="white"/>
            </a:solidFill>
            <a:latin typeface="Aptos" panose="02110004020202020204"/>
            <a:ea typeface="+mn-ea"/>
            <a:cs typeface="+mn-cs"/>
          </a:endParaRPr>
        </a:p>
      </dgm:t>
    </dgm:pt>
    <dgm:pt modelId="{C0B61E9D-55AF-4405-BDFF-64AF7C3AAA4E}" type="parTrans" cxnId="{13373A27-3A27-4C88-9DD8-F58416ACB44A}">
      <dgm:prSet/>
      <dgm:spPr/>
      <dgm:t>
        <a:bodyPr/>
        <a:lstStyle/>
        <a:p>
          <a:endParaRPr lang="ru-RU"/>
        </a:p>
      </dgm:t>
    </dgm:pt>
    <dgm:pt modelId="{DDE6AB01-CCB5-4942-B34A-67EEE2A58064}" type="sibTrans" cxnId="{13373A27-3A27-4C88-9DD8-F58416ACB44A}">
      <dgm:prSet/>
      <dgm:spPr/>
      <dgm:t>
        <a:bodyPr/>
        <a:lstStyle/>
        <a:p>
          <a:endParaRPr lang="ru-RU"/>
        </a:p>
      </dgm:t>
    </dgm:pt>
    <dgm:pt modelId="{A4110009-664E-46D8-B4D5-3FC9B86DAA5F}">
      <dgm:prSet custT="1"/>
      <dgm:spPr/>
      <dgm:t>
        <a:bodyPr/>
        <a:lstStyle/>
        <a:p>
          <a:endParaRPr lang="ru-RU" sz="2000" dirty="0"/>
        </a:p>
      </dgm:t>
    </dgm:pt>
    <dgm:pt modelId="{7063A4AF-14F0-45A8-AE23-3FFA45815BC5}" type="parTrans" cxnId="{8E4FD53E-7A6D-4315-995F-48146DE934BF}">
      <dgm:prSet/>
      <dgm:spPr/>
      <dgm:t>
        <a:bodyPr/>
        <a:lstStyle/>
        <a:p>
          <a:endParaRPr lang="ru-RU"/>
        </a:p>
      </dgm:t>
    </dgm:pt>
    <dgm:pt modelId="{D6EA3E5D-1E87-4573-92D4-38BEF3FD1200}" type="sibTrans" cxnId="{8E4FD53E-7A6D-4315-995F-48146DE934BF}">
      <dgm:prSet/>
      <dgm:spPr/>
      <dgm:t>
        <a:bodyPr/>
        <a:lstStyle/>
        <a:p>
          <a:endParaRPr lang="ru-RU"/>
        </a:p>
      </dgm:t>
    </dgm:pt>
    <dgm:pt modelId="{D255942C-F6A8-4CA9-856B-8EBB54014D76}">
      <dgm:prSet phldrT="[Текст]" custT="1"/>
      <dgm:spPr/>
      <dgm:t>
        <a:bodyPr/>
        <a:lstStyle/>
        <a:p>
          <a:endParaRPr lang="ru-RU" sz="1800" dirty="0"/>
        </a:p>
      </dgm:t>
    </dgm:pt>
    <dgm:pt modelId="{E7E340F0-B92A-404F-9965-4307F6100740}" type="sibTrans" cxnId="{DC1DA679-8EC7-468D-BC79-594006DAD367}">
      <dgm:prSet/>
      <dgm:spPr/>
      <dgm:t>
        <a:bodyPr/>
        <a:lstStyle/>
        <a:p>
          <a:endParaRPr lang="ru-RU"/>
        </a:p>
      </dgm:t>
    </dgm:pt>
    <dgm:pt modelId="{29CBC614-FF16-44BD-AC41-B30AB3E6024D}" type="parTrans" cxnId="{DC1DA679-8EC7-468D-BC79-594006DAD367}">
      <dgm:prSet/>
      <dgm:spPr/>
      <dgm:t>
        <a:bodyPr/>
        <a:lstStyle/>
        <a:p>
          <a:endParaRPr lang="ru-RU"/>
        </a:p>
      </dgm:t>
    </dgm:pt>
    <dgm:pt modelId="{7B57007E-13D9-4FD1-A047-4E4580535AF9}">
      <dgm:prSet custT="1"/>
      <dgm:spPr/>
      <dgm:t>
        <a:bodyPr/>
        <a:lstStyle/>
        <a:p>
          <a:endParaRPr lang="ru-RU" sz="1600" b="1" dirty="0"/>
        </a:p>
      </dgm:t>
    </dgm:pt>
    <dgm:pt modelId="{C20E0300-5357-441C-BFD5-ABE6705B92DE}" type="sibTrans" cxnId="{3ADBC72E-65CE-4A9C-8930-29B537E068D9}">
      <dgm:prSet/>
      <dgm:spPr/>
      <dgm:t>
        <a:bodyPr/>
        <a:lstStyle/>
        <a:p>
          <a:endParaRPr lang="ru-RU"/>
        </a:p>
      </dgm:t>
    </dgm:pt>
    <dgm:pt modelId="{81B52E6F-7968-49BD-9D80-3AC017FA110A}" type="parTrans" cxnId="{3ADBC72E-65CE-4A9C-8930-29B537E068D9}">
      <dgm:prSet/>
      <dgm:spPr/>
      <dgm:t>
        <a:bodyPr/>
        <a:lstStyle/>
        <a:p>
          <a:endParaRPr lang="ru-RU"/>
        </a:p>
      </dgm:t>
    </dgm:pt>
    <dgm:pt modelId="{031F1C09-0FA6-469D-B45D-30A1837A6BBB}" type="pres">
      <dgm:prSet presAssocID="{514E474F-EA6F-4275-9BFA-B9307FBE3667}" presName="compositeShape" presStyleCnt="0">
        <dgm:presLayoutVars>
          <dgm:chMax val="7"/>
          <dgm:dir/>
          <dgm:resizeHandles val="exact"/>
        </dgm:presLayoutVars>
      </dgm:prSet>
      <dgm:spPr/>
    </dgm:pt>
    <dgm:pt modelId="{E13B8E48-5183-426E-A91C-298B0B95432E}" type="pres">
      <dgm:prSet presAssocID="{514E474F-EA6F-4275-9BFA-B9307FBE3667}" presName="wedge1" presStyleLbl="node1" presStyleIdx="0" presStyleCnt="6"/>
      <dgm:spPr/>
    </dgm:pt>
    <dgm:pt modelId="{53B9AE5A-8F8F-49C3-9854-D2884CD6DA90}" type="pres">
      <dgm:prSet presAssocID="{514E474F-EA6F-4275-9BFA-B9307FBE3667}" presName="wedge1Tx" presStyleLbl="node1" presStyleIdx="0" presStyleCnt="6">
        <dgm:presLayoutVars>
          <dgm:chMax val="0"/>
          <dgm:chPref val="0"/>
          <dgm:bulletEnabled val="1"/>
        </dgm:presLayoutVars>
      </dgm:prSet>
      <dgm:spPr/>
    </dgm:pt>
    <dgm:pt modelId="{C13F253C-E0A6-4382-8243-71F0AB33278F}" type="pres">
      <dgm:prSet presAssocID="{514E474F-EA6F-4275-9BFA-B9307FBE3667}" presName="wedge2" presStyleLbl="node1" presStyleIdx="1" presStyleCnt="6"/>
      <dgm:spPr/>
    </dgm:pt>
    <dgm:pt modelId="{41CAB206-203A-4BA7-BFD0-C7EF8B614E38}" type="pres">
      <dgm:prSet presAssocID="{514E474F-EA6F-4275-9BFA-B9307FBE3667}" presName="wedge2Tx" presStyleLbl="node1" presStyleIdx="1" presStyleCnt="6">
        <dgm:presLayoutVars>
          <dgm:chMax val="0"/>
          <dgm:chPref val="0"/>
          <dgm:bulletEnabled val="1"/>
        </dgm:presLayoutVars>
      </dgm:prSet>
      <dgm:spPr/>
    </dgm:pt>
    <dgm:pt modelId="{34A8B7A7-8A08-4189-8401-D62ECB6E9E9A}" type="pres">
      <dgm:prSet presAssocID="{514E474F-EA6F-4275-9BFA-B9307FBE3667}" presName="wedge3" presStyleLbl="node1" presStyleIdx="2" presStyleCnt="6"/>
      <dgm:spPr/>
    </dgm:pt>
    <dgm:pt modelId="{B9AA2624-06D9-4D58-94AA-4CACAAF73E80}" type="pres">
      <dgm:prSet presAssocID="{514E474F-EA6F-4275-9BFA-B9307FBE3667}" presName="wedge3Tx" presStyleLbl="node1" presStyleIdx="2" presStyleCnt="6">
        <dgm:presLayoutVars>
          <dgm:chMax val="0"/>
          <dgm:chPref val="0"/>
          <dgm:bulletEnabled val="1"/>
        </dgm:presLayoutVars>
      </dgm:prSet>
      <dgm:spPr/>
    </dgm:pt>
    <dgm:pt modelId="{E3715F00-668A-48E1-9C47-D9067B6F9E72}" type="pres">
      <dgm:prSet presAssocID="{514E474F-EA6F-4275-9BFA-B9307FBE3667}" presName="wedge4" presStyleLbl="node1" presStyleIdx="3" presStyleCnt="6"/>
      <dgm:spPr>
        <a:xfrm>
          <a:off x="3367048" y="622885"/>
          <a:ext cx="5147310" cy="5147310"/>
        </a:xfrm>
        <a:prstGeom prst="pie">
          <a:avLst>
            <a:gd name="adj1" fmla="val 5400000"/>
            <a:gd name="adj2" fmla="val 9000000"/>
          </a:avLst>
        </a:prstGeom>
      </dgm:spPr>
    </dgm:pt>
    <dgm:pt modelId="{3A908133-74B9-48CD-9D53-B451D3B532BF}" type="pres">
      <dgm:prSet presAssocID="{514E474F-EA6F-4275-9BFA-B9307FBE3667}" presName="wedge4Tx" presStyleLbl="node1" presStyleIdx="3" presStyleCnt="6">
        <dgm:presLayoutVars>
          <dgm:chMax val="0"/>
          <dgm:chPref val="0"/>
          <dgm:bulletEnabled val="1"/>
        </dgm:presLayoutVars>
      </dgm:prSet>
      <dgm:spPr/>
    </dgm:pt>
    <dgm:pt modelId="{CFBFDD25-77B7-48E2-9BB1-0A526E95F133}" type="pres">
      <dgm:prSet presAssocID="{514E474F-EA6F-4275-9BFA-B9307FBE3667}" presName="wedge5" presStyleLbl="node1" presStyleIdx="4" presStyleCnt="6"/>
      <dgm:spPr/>
    </dgm:pt>
    <dgm:pt modelId="{43CA3A53-E752-4F7E-84D7-17458AC00AFD}" type="pres">
      <dgm:prSet presAssocID="{514E474F-EA6F-4275-9BFA-B9307FBE3667}" presName="wedge5Tx" presStyleLbl="node1" presStyleIdx="4" presStyleCnt="6">
        <dgm:presLayoutVars>
          <dgm:chMax val="0"/>
          <dgm:chPref val="0"/>
          <dgm:bulletEnabled val="1"/>
        </dgm:presLayoutVars>
      </dgm:prSet>
      <dgm:spPr/>
    </dgm:pt>
    <dgm:pt modelId="{E5751C55-8798-478B-91A4-84E805F41B8B}" type="pres">
      <dgm:prSet presAssocID="{514E474F-EA6F-4275-9BFA-B9307FBE3667}" presName="wedge6" presStyleLbl="node1" presStyleIdx="5" presStyleCnt="6"/>
      <dgm:spPr/>
    </dgm:pt>
    <dgm:pt modelId="{AC3E34C6-6AB5-4AB7-8B48-39821F84C562}" type="pres">
      <dgm:prSet presAssocID="{514E474F-EA6F-4275-9BFA-B9307FBE3667}" presName="wedge6Tx" presStyleLbl="node1" presStyleIdx="5" presStyleCnt="6">
        <dgm:presLayoutVars>
          <dgm:chMax val="0"/>
          <dgm:chPref val="0"/>
          <dgm:bulletEnabled val="1"/>
        </dgm:presLayoutVars>
      </dgm:prSet>
      <dgm:spPr/>
    </dgm:pt>
  </dgm:ptLst>
  <dgm:cxnLst>
    <dgm:cxn modelId="{E0902801-9E96-42C7-9269-20EBD0AD7229}" type="presOf" srcId="{072C67D0-CCC9-456B-BD7F-CCF52DD918CB}" destId="{43CA3A53-E752-4F7E-84D7-17458AC00AFD}" srcOrd="1" destOrd="0" presId="urn:microsoft.com/office/officeart/2005/8/layout/chart3"/>
    <dgm:cxn modelId="{B9D83101-D640-4C30-857B-0154C725B215}" type="presOf" srcId="{7B57007E-13D9-4FD1-A047-4E4580535AF9}" destId="{41CAB206-203A-4BA7-BFD0-C7EF8B614E38}" srcOrd="1" destOrd="0" presId="urn:microsoft.com/office/officeart/2005/8/layout/chart3"/>
    <dgm:cxn modelId="{12C14A0E-7FCC-4C4A-BE11-F212C844AD67}" type="presOf" srcId="{D255942C-F6A8-4CA9-856B-8EBB54014D76}" destId="{E13B8E48-5183-426E-A91C-298B0B95432E}" srcOrd="0" destOrd="0" presId="urn:microsoft.com/office/officeart/2005/8/layout/chart3"/>
    <dgm:cxn modelId="{85547719-D7BA-4592-A7B8-CBE2ED52F368}" type="presOf" srcId="{7B57007E-13D9-4FD1-A047-4E4580535AF9}" destId="{C13F253C-E0A6-4382-8243-71F0AB33278F}" srcOrd="0" destOrd="0" presId="urn:microsoft.com/office/officeart/2005/8/layout/chart3"/>
    <dgm:cxn modelId="{E36E5423-49F7-4E0E-BF42-10DAA118D792}" srcId="{514E474F-EA6F-4275-9BFA-B9307FBE3667}" destId="{072C67D0-CCC9-456B-BD7F-CCF52DD918CB}" srcOrd="4" destOrd="0" parTransId="{DBFCF27A-307C-4B9C-8B9A-86B0986FFB47}" sibTransId="{A0D17521-6CF5-4D6A-9BA8-CB9B916774B1}"/>
    <dgm:cxn modelId="{1A5FB123-5701-48E5-824C-8A4014DC264E}" type="presOf" srcId="{D255942C-F6A8-4CA9-856B-8EBB54014D76}" destId="{53B9AE5A-8F8F-49C3-9854-D2884CD6DA90}" srcOrd="1" destOrd="0" presId="urn:microsoft.com/office/officeart/2005/8/layout/chart3"/>
    <dgm:cxn modelId="{13373A27-3A27-4C88-9DD8-F58416ACB44A}" srcId="{514E474F-EA6F-4275-9BFA-B9307FBE3667}" destId="{A83B1956-B012-412F-AD69-2481AB51D178}" srcOrd="3" destOrd="0" parTransId="{C0B61E9D-55AF-4405-BDFF-64AF7C3AAA4E}" sibTransId="{DDE6AB01-CCB5-4942-B34A-67EEE2A58064}"/>
    <dgm:cxn modelId="{9EA30C2E-F0D3-418A-9B3B-EEE8BEE05365}" type="presOf" srcId="{A4110009-664E-46D8-B4D5-3FC9B86DAA5F}" destId="{34A8B7A7-8A08-4189-8401-D62ECB6E9E9A}" srcOrd="0" destOrd="0" presId="urn:microsoft.com/office/officeart/2005/8/layout/chart3"/>
    <dgm:cxn modelId="{3ADBC72E-65CE-4A9C-8930-29B537E068D9}" srcId="{514E474F-EA6F-4275-9BFA-B9307FBE3667}" destId="{7B57007E-13D9-4FD1-A047-4E4580535AF9}" srcOrd="1" destOrd="0" parTransId="{81B52E6F-7968-49BD-9D80-3AC017FA110A}" sibTransId="{C20E0300-5357-441C-BFD5-ABE6705B92DE}"/>
    <dgm:cxn modelId="{6ED1A33E-D19F-4AA1-9F0B-B06985FAB5E8}" type="presOf" srcId="{072C67D0-CCC9-456B-BD7F-CCF52DD918CB}" destId="{CFBFDD25-77B7-48E2-9BB1-0A526E95F133}" srcOrd="0" destOrd="0" presId="urn:microsoft.com/office/officeart/2005/8/layout/chart3"/>
    <dgm:cxn modelId="{8E4FD53E-7A6D-4315-995F-48146DE934BF}" srcId="{514E474F-EA6F-4275-9BFA-B9307FBE3667}" destId="{A4110009-664E-46D8-B4D5-3FC9B86DAA5F}" srcOrd="2" destOrd="0" parTransId="{7063A4AF-14F0-45A8-AE23-3FFA45815BC5}" sibTransId="{D6EA3E5D-1E87-4573-92D4-38BEF3FD1200}"/>
    <dgm:cxn modelId="{55592A5D-685F-4F9A-BD83-DC2EFD9BF028}" srcId="{514E474F-EA6F-4275-9BFA-B9307FBE3667}" destId="{C6740C97-BA1F-427F-AA4C-AE94D59B91D8}" srcOrd="5" destOrd="0" parTransId="{5CA2FAB1-E9B3-4937-8D89-8A5462353A75}" sibTransId="{1335737C-7FB9-4C79-BAE4-B7CD62D6BD6B}"/>
    <dgm:cxn modelId="{54477E45-2110-4F6C-923A-3F44177E5122}" type="presOf" srcId="{C6740C97-BA1F-427F-AA4C-AE94D59B91D8}" destId="{E5751C55-8798-478B-91A4-84E805F41B8B}" srcOrd="0" destOrd="0" presId="urn:microsoft.com/office/officeart/2005/8/layout/chart3"/>
    <dgm:cxn modelId="{AE5F9F48-C807-4E43-99DA-DEB874458D33}" type="presOf" srcId="{A83B1956-B012-412F-AD69-2481AB51D178}" destId="{3A908133-74B9-48CD-9D53-B451D3B532BF}" srcOrd="1" destOrd="0" presId="urn:microsoft.com/office/officeart/2005/8/layout/chart3"/>
    <dgm:cxn modelId="{C4A5314A-F431-4B1D-A546-AD3276779087}" type="presOf" srcId="{A4110009-664E-46D8-B4D5-3FC9B86DAA5F}" destId="{B9AA2624-06D9-4D58-94AA-4CACAAF73E80}" srcOrd="1" destOrd="0" presId="urn:microsoft.com/office/officeart/2005/8/layout/chart3"/>
    <dgm:cxn modelId="{51567B73-05CF-4A08-9D2C-094BAE821EB6}" type="presOf" srcId="{514E474F-EA6F-4275-9BFA-B9307FBE3667}" destId="{031F1C09-0FA6-469D-B45D-30A1837A6BBB}" srcOrd="0" destOrd="0" presId="urn:microsoft.com/office/officeart/2005/8/layout/chart3"/>
    <dgm:cxn modelId="{DC1DA679-8EC7-468D-BC79-594006DAD367}" srcId="{514E474F-EA6F-4275-9BFA-B9307FBE3667}" destId="{D255942C-F6A8-4CA9-856B-8EBB54014D76}" srcOrd="0" destOrd="0" parTransId="{29CBC614-FF16-44BD-AC41-B30AB3E6024D}" sibTransId="{E7E340F0-B92A-404F-9965-4307F6100740}"/>
    <dgm:cxn modelId="{E5B0ECB9-14CD-474C-959F-E8CA367DB24E}" type="presOf" srcId="{C6740C97-BA1F-427F-AA4C-AE94D59B91D8}" destId="{AC3E34C6-6AB5-4AB7-8B48-39821F84C562}" srcOrd="1" destOrd="0" presId="urn:microsoft.com/office/officeart/2005/8/layout/chart3"/>
    <dgm:cxn modelId="{A68B17FB-CE8A-4095-9196-9BF61966271D}" type="presOf" srcId="{A83B1956-B012-412F-AD69-2481AB51D178}" destId="{E3715F00-668A-48E1-9C47-D9067B6F9E72}" srcOrd="0" destOrd="0" presId="urn:microsoft.com/office/officeart/2005/8/layout/chart3"/>
    <dgm:cxn modelId="{7FD74002-420A-48E3-95ED-31A78299BD6B}" type="presParOf" srcId="{031F1C09-0FA6-469D-B45D-30A1837A6BBB}" destId="{E13B8E48-5183-426E-A91C-298B0B95432E}" srcOrd="0" destOrd="0" presId="urn:microsoft.com/office/officeart/2005/8/layout/chart3"/>
    <dgm:cxn modelId="{7D724400-EF46-4184-BE0B-D4A4679A80C2}" type="presParOf" srcId="{031F1C09-0FA6-469D-B45D-30A1837A6BBB}" destId="{53B9AE5A-8F8F-49C3-9854-D2884CD6DA90}" srcOrd="1" destOrd="0" presId="urn:microsoft.com/office/officeart/2005/8/layout/chart3"/>
    <dgm:cxn modelId="{2BF394D4-544A-46CD-8978-6B27E7A4041A}" type="presParOf" srcId="{031F1C09-0FA6-469D-B45D-30A1837A6BBB}" destId="{C13F253C-E0A6-4382-8243-71F0AB33278F}" srcOrd="2" destOrd="0" presId="urn:microsoft.com/office/officeart/2005/8/layout/chart3"/>
    <dgm:cxn modelId="{0A6F81BA-F37E-492D-8A25-AF0F74961BFD}" type="presParOf" srcId="{031F1C09-0FA6-469D-B45D-30A1837A6BBB}" destId="{41CAB206-203A-4BA7-BFD0-C7EF8B614E38}" srcOrd="3" destOrd="0" presId="urn:microsoft.com/office/officeart/2005/8/layout/chart3"/>
    <dgm:cxn modelId="{277A6D4A-CB4B-41A3-8BD9-726755E97712}" type="presParOf" srcId="{031F1C09-0FA6-469D-B45D-30A1837A6BBB}" destId="{34A8B7A7-8A08-4189-8401-D62ECB6E9E9A}" srcOrd="4" destOrd="0" presId="urn:microsoft.com/office/officeart/2005/8/layout/chart3"/>
    <dgm:cxn modelId="{D201B409-EE68-4540-BEE4-8DF3DB74737C}" type="presParOf" srcId="{031F1C09-0FA6-469D-B45D-30A1837A6BBB}" destId="{B9AA2624-06D9-4D58-94AA-4CACAAF73E80}" srcOrd="5" destOrd="0" presId="urn:microsoft.com/office/officeart/2005/8/layout/chart3"/>
    <dgm:cxn modelId="{BA223AF6-95F3-496D-8DE5-3DF88FC7AD18}" type="presParOf" srcId="{031F1C09-0FA6-469D-B45D-30A1837A6BBB}" destId="{E3715F00-668A-48E1-9C47-D9067B6F9E72}" srcOrd="6" destOrd="0" presId="urn:microsoft.com/office/officeart/2005/8/layout/chart3"/>
    <dgm:cxn modelId="{4BA0D4DA-5F4F-4464-A899-8378D6C264E9}" type="presParOf" srcId="{031F1C09-0FA6-469D-B45D-30A1837A6BBB}" destId="{3A908133-74B9-48CD-9D53-B451D3B532BF}" srcOrd="7" destOrd="0" presId="urn:microsoft.com/office/officeart/2005/8/layout/chart3"/>
    <dgm:cxn modelId="{1CA1DCD3-BD79-4ED8-AC5C-D04DEBD0DB5E}" type="presParOf" srcId="{031F1C09-0FA6-469D-B45D-30A1837A6BBB}" destId="{CFBFDD25-77B7-48E2-9BB1-0A526E95F133}" srcOrd="8" destOrd="0" presId="urn:microsoft.com/office/officeart/2005/8/layout/chart3"/>
    <dgm:cxn modelId="{A44A13F1-D443-4B1F-AF1B-B6F9CB7D22D8}" type="presParOf" srcId="{031F1C09-0FA6-469D-B45D-30A1837A6BBB}" destId="{43CA3A53-E752-4F7E-84D7-17458AC00AFD}" srcOrd="9" destOrd="0" presId="urn:microsoft.com/office/officeart/2005/8/layout/chart3"/>
    <dgm:cxn modelId="{A1201E9D-DD8A-4B89-95CA-1E4F995E4136}" type="presParOf" srcId="{031F1C09-0FA6-469D-B45D-30A1837A6BBB}" destId="{E5751C55-8798-478B-91A4-84E805F41B8B}" srcOrd="10" destOrd="0" presId="urn:microsoft.com/office/officeart/2005/8/layout/chart3"/>
    <dgm:cxn modelId="{1C10AA7C-C346-4F8F-8ECD-B3D2A9A33DE8}" type="presParOf" srcId="{031F1C09-0FA6-469D-B45D-30A1837A6BBB}" destId="{AC3E34C6-6AB5-4AB7-8B48-39821F84C562}" srcOrd="11" destOrd="0" presId="urn:microsoft.com/office/officeart/2005/8/layout/chart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13B8E48-5183-426E-A91C-298B0B95432E}">
      <dsp:nvSpPr>
        <dsp:cNvPr id="0" name=""/>
        <dsp:cNvSpPr/>
      </dsp:nvSpPr>
      <dsp:spPr>
        <a:xfrm>
          <a:off x="3386239" y="329741"/>
          <a:ext cx="4746923" cy="4746923"/>
        </a:xfrm>
        <a:prstGeom prst="pie">
          <a:avLst>
            <a:gd name="adj1" fmla="val 16200000"/>
            <a:gd name="adj2" fmla="val 19800000"/>
          </a:avLst>
        </a:prstGeom>
        <a:solidFill>
          <a:schemeClr val="accent4">
            <a:shade val="50000"/>
            <a:hueOff val="0"/>
            <a:satOff val="0"/>
            <a:lumOff val="0"/>
            <a:alphaOff val="0"/>
          </a:schemeClr>
        </a:solidFill>
        <a:ln>
          <a:noFill/>
        </a:ln>
        <a:effectLst/>
        <a:sp3d prstMaterial="plastic">
          <a:bevelT w="50800" h="50800"/>
          <a:bevelB w="50800" h="508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1800" kern="1200" dirty="0"/>
        </a:p>
      </dsp:txBody>
      <dsp:txXfrm>
        <a:off x="5810560" y="838340"/>
        <a:ext cx="1384519" cy="1017197"/>
      </dsp:txXfrm>
    </dsp:sp>
    <dsp:sp modelId="{C13F253C-E0A6-4382-8243-71F0AB33278F}">
      <dsp:nvSpPr>
        <dsp:cNvPr id="0" name=""/>
        <dsp:cNvSpPr/>
      </dsp:nvSpPr>
      <dsp:spPr>
        <a:xfrm>
          <a:off x="3244961" y="574434"/>
          <a:ext cx="4746923" cy="4746923"/>
        </a:xfrm>
        <a:prstGeom prst="pie">
          <a:avLst>
            <a:gd name="adj1" fmla="val 19800000"/>
            <a:gd name="adj2" fmla="val 1800000"/>
          </a:avLst>
        </a:prstGeom>
        <a:solidFill>
          <a:schemeClr val="accent4">
            <a:shade val="50000"/>
            <a:hueOff val="203178"/>
            <a:satOff val="-11740"/>
            <a:lumOff val="16244"/>
            <a:alphaOff val="0"/>
          </a:schemeClr>
        </a:solidFill>
        <a:ln>
          <a:noFill/>
        </a:ln>
        <a:effectLst/>
        <a:sp3d prstMaterial="plastic">
          <a:bevelT w="50800" h="50800"/>
          <a:bevelB w="50800" h="508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1600" b="1" kern="1200" dirty="0"/>
        </a:p>
      </dsp:txBody>
      <dsp:txXfrm>
        <a:off x="6494343" y="2467552"/>
        <a:ext cx="1435379" cy="960686"/>
      </dsp:txXfrm>
    </dsp:sp>
    <dsp:sp modelId="{34A8B7A7-8A08-4189-8401-D62ECB6E9E9A}">
      <dsp:nvSpPr>
        <dsp:cNvPr id="0" name=""/>
        <dsp:cNvSpPr/>
      </dsp:nvSpPr>
      <dsp:spPr>
        <a:xfrm>
          <a:off x="3244961" y="574434"/>
          <a:ext cx="4746923" cy="4746923"/>
        </a:xfrm>
        <a:prstGeom prst="pie">
          <a:avLst>
            <a:gd name="adj1" fmla="val 1800000"/>
            <a:gd name="adj2" fmla="val 5400000"/>
          </a:avLst>
        </a:prstGeom>
        <a:solidFill>
          <a:schemeClr val="accent4">
            <a:shade val="50000"/>
            <a:hueOff val="406356"/>
            <a:satOff val="-23479"/>
            <a:lumOff val="32489"/>
            <a:alphaOff val="0"/>
          </a:schemeClr>
        </a:solidFill>
        <a:ln>
          <a:noFill/>
        </a:ln>
        <a:effectLst/>
        <a:sp3d prstMaterial="plastic">
          <a:bevelT w="50800" h="50800"/>
          <a:bevelB w="50800" h="508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2000" kern="1200" dirty="0"/>
        </a:p>
      </dsp:txBody>
      <dsp:txXfrm>
        <a:off x="5669283" y="3795560"/>
        <a:ext cx="1384519" cy="1017197"/>
      </dsp:txXfrm>
    </dsp:sp>
    <dsp:sp modelId="{E3715F00-668A-48E1-9C47-D9067B6F9E72}">
      <dsp:nvSpPr>
        <dsp:cNvPr id="0" name=""/>
        <dsp:cNvSpPr/>
      </dsp:nvSpPr>
      <dsp:spPr>
        <a:xfrm>
          <a:off x="3244961" y="574434"/>
          <a:ext cx="4746923" cy="4746923"/>
        </a:xfrm>
        <a:prstGeom prst="pie">
          <a:avLst>
            <a:gd name="adj1" fmla="val 5400000"/>
            <a:gd name="adj2" fmla="val 9000000"/>
          </a:avLst>
        </a:prstGeom>
        <a:solidFill>
          <a:srgbClr val="0F9ED5">
            <a:shade val="50000"/>
            <a:hueOff val="406356"/>
            <a:satOff val="-23479"/>
            <a:lumOff val="32489"/>
            <a:alphaOff val="0"/>
          </a:srgbClr>
        </a:solidFill>
        <a:ln>
          <a:noFill/>
        </a:ln>
        <a:effectLst/>
        <a:sp3d prstMaterial="plastic">
          <a:bevelT w="50800" h="50800"/>
          <a:bevelB w="50800" h="508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1800" kern="1200" dirty="0">
            <a:solidFill>
              <a:prstClr val="white"/>
            </a:solidFill>
            <a:latin typeface="Aptos" panose="02110004020202020204"/>
            <a:ea typeface="+mn-ea"/>
            <a:cs typeface="+mn-cs"/>
          </a:endParaRPr>
        </a:p>
      </dsp:txBody>
      <dsp:txXfrm>
        <a:off x="4183044" y="3795560"/>
        <a:ext cx="1384519" cy="1017197"/>
      </dsp:txXfrm>
    </dsp:sp>
    <dsp:sp modelId="{CFBFDD25-77B7-48E2-9BB1-0A526E95F133}">
      <dsp:nvSpPr>
        <dsp:cNvPr id="0" name=""/>
        <dsp:cNvSpPr/>
      </dsp:nvSpPr>
      <dsp:spPr>
        <a:xfrm>
          <a:off x="3244961" y="574434"/>
          <a:ext cx="4746923" cy="4746923"/>
        </a:xfrm>
        <a:prstGeom prst="pie">
          <a:avLst>
            <a:gd name="adj1" fmla="val 9000000"/>
            <a:gd name="adj2" fmla="val 12600000"/>
          </a:avLst>
        </a:prstGeom>
        <a:solidFill>
          <a:schemeClr val="accent4">
            <a:shade val="50000"/>
            <a:hueOff val="406356"/>
            <a:satOff val="-23479"/>
            <a:lumOff val="32489"/>
            <a:alphaOff val="0"/>
          </a:schemeClr>
        </a:solidFill>
        <a:ln>
          <a:noFill/>
        </a:ln>
        <a:effectLst/>
        <a:sp3d prstMaterial="plastic">
          <a:bevelT w="50800" h="50800"/>
          <a:bevelB w="50800" h="508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1800" kern="1200" dirty="0"/>
        </a:p>
      </dsp:txBody>
      <dsp:txXfrm>
        <a:off x="3318425" y="2467552"/>
        <a:ext cx="1435379" cy="960686"/>
      </dsp:txXfrm>
    </dsp:sp>
    <dsp:sp modelId="{E5751C55-8798-478B-91A4-84E805F41B8B}">
      <dsp:nvSpPr>
        <dsp:cNvPr id="0" name=""/>
        <dsp:cNvSpPr/>
      </dsp:nvSpPr>
      <dsp:spPr>
        <a:xfrm>
          <a:off x="3244961" y="574434"/>
          <a:ext cx="4746923" cy="4746923"/>
        </a:xfrm>
        <a:prstGeom prst="pie">
          <a:avLst>
            <a:gd name="adj1" fmla="val 12600000"/>
            <a:gd name="adj2" fmla="val 16200000"/>
          </a:avLst>
        </a:prstGeom>
        <a:solidFill>
          <a:schemeClr val="accent4">
            <a:shade val="50000"/>
            <a:hueOff val="203178"/>
            <a:satOff val="-11740"/>
            <a:lumOff val="16244"/>
            <a:alphaOff val="0"/>
          </a:schemeClr>
        </a:solidFill>
        <a:ln>
          <a:noFill/>
        </a:ln>
        <a:effectLst/>
        <a:sp3d prstMaterial="plastic">
          <a:bevelT w="50800" h="50800"/>
          <a:bevelB w="50800" h="508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2000" kern="1200" dirty="0"/>
        </a:p>
      </dsp:txBody>
      <dsp:txXfrm>
        <a:off x="4183044" y="1083033"/>
        <a:ext cx="1384519" cy="101719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art3">
  <dgm:title val=""/>
  <dgm:desc val=""/>
  <dgm:catLst>
    <dgm:cat type="relationship" pri="27000"/>
    <dgm:cat type="cycle" pri="8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horzAlign" val="ctr"/>
      <dgm:param type="vertAlign" val="mid"/>
      <dgm:param type="ar" val="1"/>
    </dgm:alg>
    <dgm:presOf/>
    <dgm:shape xmlns:r="http://schemas.openxmlformats.org/officeDocument/2006/relationships" r:blip="">
      <dgm:adjLst/>
    </dgm:shape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205"/>
          <dgm:constr type="t" for="ch" forName="wedge1Tx" refType="h" fact="0.205"/>
          <dgm:constr type="w" for="ch" forName="wedge1Tx" refType="w" fact="0.59"/>
          <dgm:constr type="h" for="ch" forName="wedge1Tx" refType="h" fact="0.59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52"/>
          <dgm:constr type="t" for="ch" forName="wedge1Tx" refType="h" fact="0.205"/>
          <dgm:constr type="w" for="ch" forName="wedge1Tx" refType="w" fact="0.295"/>
          <dgm:constr type="h" for="ch" forName="wedge1Tx" refType="h" fact="0.59"/>
          <dgm:constr type="l" for="ch" forName="wedge2" refType="w" fact="0.08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wedge2Tx" refType="w" fact="0.2"/>
          <dgm:constr type="t" for="ch" forName="wedge2Tx" refType="h" fact="0.205"/>
          <dgm:constr type="w" for="ch" forName="wedge2Tx" refType="w" fact="0.295"/>
          <dgm:constr type="h" for="ch" forName="wedge2Tx" refType="h" fact="0.59"/>
          <dgm:constr type="primFontSz" for="ch" ptType="node" op="equ"/>
        </dgm:constrLst>
      </dgm:if>
      <dgm:if name="Name3" axis="ch" ptType="node" func="cnt" op="equ" val="3">
        <dgm:choose name="Name4">
          <dgm:if name="Name5" func="var" arg="dir" op="equ" val="norm">
            <dgm:constrLst>
              <dgm:constr type="l" for="ch" forName="wedge1" refType="w" fact="0.1233"/>
              <dgm:constr type="t" for="ch" forName="wedge1" refType="w" fact="0.055"/>
              <dgm:constr type="w" for="ch" forName="wedge1" refType="w" fact="0.84"/>
              <dgm:constr type="h" for="ch" forName="wedge1" refType="h" fact="0.84"/>
              <dgm:constr type="l" for="ch" forName="wedge1Tx" refType="w" fact="0.58"/>
              <dgm:constr type="t" for="ch" forName="wedge1Tx" refType="h" fact="0.21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"/>
              <dgm:constr type="t" for="ch" forName="wedge3Tx" refType="h" fact="0.245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if>
          <dgm:else name="Name6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45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367"/>
              <dgm:constr type="t" for="ch" forName="wedge3" refType="w" fact="0.055"/>
              <dgm:constr type="w" for="ch" forName="wedge3" refType="w" fact="0.84"/>
              <dgm:constr type="h" for="ch" forName="wedge3" refType="h" fact="0.84"/>
              <dgm:constr type="l" for="ch" forName="wedge3Tx" refType="w" fact="0.14"/>
              <dgm:constr type="t" for="ch" forName="wedge3Tx" refType="h" fact="0.21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else>
        </dgm:choose>
      </dgm:if>
      <dgm:if name="Name7" axis="ch" ptType="node" func="cnt" op="equ" val="4">
        <dgm:choose name="Name8">
          <dgm:if name="Name9" func="var" arg="dir" op="equ" val="norm">
            <dgm:constrLst>
              <dgm:constr type="l" for="ch" forName="wedge1" refType="w" fact="0.1154"/>
              <dgm:constr type="t" for="ch" forName="wedge1" refType="w" fact="0.0446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75"/>
              <dgm:constr type="t" for="ch" forName="wedge4Tx" refType="h" fact="0.235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if>
          <dgm:else name="Name10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5"/>
              <dgm:constr type="t" for="ch" forName="wedge1Tx" refType="h" fact="0.235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446"/>
              <dgm:constr type="t" for="ch" forName="wedge4" refType="h" fact="0.0446"/>
              <dgm:constr type="w" for="ch" forName="wedge4" refType="w" fact="0.84"/>
              <dgm:constr type="h" for="ch" forName="wedge4" refType="h" fact="0.84"/>
              <dgm:constr type="l" for="ch" forName="wedge4Tx" refType="w" fact="0.145"/>
              <dgm:constr type="t" for="ch" forName="wedge4Tx" refType="h" fact="0.2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else>
        </dgm:choose>
      </dgm:if>
      <dgm:if name="Name11" axis="ch" ptType="node" func="cnt" op="equ" val="5">
        <dgm:choose name="Name12">
          <dgm:if name="Name13" func="var" arg="dir" op="equ" val="norm">
            <dgm:constrLst>
              <dgm:constr type="l" for="ch" forName="wedge1" refType="w" fact="0.1094"/>
              <dgm:constr type="t" for="ch" forName="wedge1" refType="w" fact="0.0395"/>
              <dgm:constr type="w" for="ch" forName="wedge1" refType="w" fact="0.84"/>
              <dgm:constr type="h" for="ch" forName="wedge1" refType="h" fact="0.84"/>
              <dgm:constr type="l" for="ch" forName="wedge1Tx" refType="w" fact="0.54"/>
              <dgm:constr type="t" for="ch" forName="wedge1Tx" refType="h" fact="0.165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2025"/>
              <dgm:constr type="t" for="ch" forName="wedge5Tx" refType="h" fact="0.208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if>
          <dgm:else name="Name14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"/>
              <dgm:constr type="t" for="ch" forName="wedge1Tx" refType="h" fact="0.208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506"/>
              <dgm:constr type="t" for="ch" forName="wedge5" refType="h" fact="0.0395"/>
              <dgm:constr type="w" for="ch" forName="wedge5" refType="w" fact="0.84"/>
              <dgm:constr type="h" for="ch" forName="wedge5" refType="h" fact="0.84"/>
              <dgm:constr type="l" for="ch" forName="wedge5Tx" refType="w" fact="0.18"/>
              <dgm:constr type="t" for="ch" forName="wedge5Tx" refType="h" fact="0.165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else>
        </dgm:choose>
      </dgm:if>
      <dgm:if name="Name15" axis="ch" ptType="node" func="cnt" op="equ" val="6">
        <dgm:choose name="Name16">
          <dgm:if name="Name17" func="var" arg="dir" op="equ" val="norm">
            <dgm:constrLst>
              <dgm:constr type="l" for="ch" forName="wedge1" refType="w" fact="0.105"/>
              <dgm:constr type="t" for="ch" forName="wedge1" refType="w" fact="0.0367"/>
              <dgm:constr type="w" for="ch" forName="wedge1" refType="w" fact="0.84"/>
              <dgm:constr type="h" for="ch" forName="wedge1" refType="h" fact="0.84"/>
              <dgm:constr type="l" for="ch" forName="wedge1Tx" refType="w" fact="0.534"/>
              <dgm:constr type="t" for="ch" forName="wedge1Tx" refType="h" fact="0.126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246"/>
              <dgm:constr type="t" for="ch" forName="wedge6Tx" refType="h" fact="0.1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if>
          <dgm:else name="Name18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9"/>
              <dgm:constr type="t" for="ch" forName="wedge1Tx" refType="h" fact="0.1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55"/>
              <dgm:constr type="t" for="ch" forName="wedge6" refType="h" fact="0.0367"/>
              <dgm:constr type="w" for="ch" forName="wedge6" refType="w" fact="0.84"/>
              <dgm:constr type="h" for="ch" forName="wedge6" refType="h" fact="0.84"/>
              <dgm:constr type="l" for="ch" forName="wedge6Tx" refType="w" fact="0.221"/>
              <dgm:constr type="t" for="ch" forName="wedge6Tx" refType="h" fact="0.126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else>
        </dgm:choose>
      </dgm:if>
      <dgm:else name="Name19">
        <dgm:choose name="Name20">
          <dgm:if name="Name21" func="var" arg="dir" op="equ" val="norm">
            <dgm:constrLst>
              <dgm:constr type="l" for="ch" forName="wedge1" refType="w" fact="0.1017"/>
              <dgm:constr type="t" for="ch" forName="wedge1" refType="w" fact="0.035"/>
              <dgm:constr type="w" for="ch" forName="wedge1" refType="w" fact="0.84"/>
              <dgm:constr type="h" for="ch" forName="wedge1" refType="h" fact="0.84"/>
              <dgm:constr type="l" for="ch" forName="wedge1Tx" refType="w" fact="0.53"/>
              <dgm:constr type="t" for="ch" forName="wedge1Tx" refType="h" fact="0.115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8"/>
              <dgm:constr type="t" for="ch" forName="wedge7" refType="h" fact="0.08"/>
              <dgm:constr type="w" for="ch" forName="wedge7" refType="w" fact="0.84"/>
              <dgm:constr type="h" for="ch" forName="wedge7" refType="h" fact="0.84"/>
              <dgm:constr type="l" for="ch" forName="wedge7Tx" refType="w" fact="0.262"/>
              <dgm:constr type="t" for="ch" forName="wedge7Tx" refType="h" fact="0.16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if>
          <dgm:else name="Name22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8"/>
              <dgm:constr type="t" for="ch" forName="wedge1Tx" refType="h" fact="0.16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583"/>
              <dgm:constr type="t" for="ch" forName="wedge7" refType="h" fact="0.035"/>
              <dgm:constr type="w" for="ch" forName="wedge7" refType="w" fact="0.84"/>
              <dgm:constr type="h" for="ch" forName="wedge7" refType="h" fact="0.84"/>
              <dgm:constr type="l" for="ch" forName="wedge7Tx" refType="w" fact="0.2403"/>
              <dgm:constr type="t" for="ch" forName="wedge7Tx" refType="h" fact="0.115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else>
        </dgm:choose>
      </dgm:else>
    </dgm:choose>
    <dgm:ruleLst/>
    <dgm:choose name="Name23">
      <dgm:if name="Name24" axis="ch" ptType="node" func="cnt" op="gte" val="1">
        <dgm:layoutNode name="wedge1">
          <dgm:alg type="sp"/>
          <dgm:choose name="Name25">
            <dgm:if name="Name26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27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28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29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30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31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32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33">
            <dgm:if name="Name34" func="var" arg="dir" op="equ" val="norm">
              <dgm:presOf axis="ch desOrSelf" ptType="node node" st="1 1" cnt="1 0"/>
            </dgm:if>
            <dgm:else name="Name35">
              <dgm:choose name="Name36">
                <dgm:if name="Name37" axis="ch" ptType="node" func="cnt" op="equ" val="1">
                  <dgm:presOf axis="ch desOrSelf" ptType="node node" st="1 1" cnt="1 0"/>
                </dgm:if>
                <dgm:if name="Name38" axis="ch" ptType="node" func="cnt" op="equ" val="2">
                  <dgm:presOf axis="ch desOrSelf" ptType="node node" st="2 1" cnt="1 0"/>
                </dgm:if>
                <dgm:if name="Name39" axis="ch" ptType="node" func="cnt" op="equ" val="3">
                  <dgm:presOf axis="ch desOrSelf" ptType="node node" st="3 1" cnt="1 0"/>
                </dgm:if>
                <dgm:if name="Name40" axis="ch" ptType="node" func="cnt" op="equ" val="4">
                  <dgm:presOf axis="ch desOrSelf" ptType="node node" st="4 1" cnt="1 0"/>
                </dgm:if>
                <dgm:if name="Name41" axis="ch" ptType="node" func="cnt" op="equ" val="5">
                  <dgm:presOf axis="ch desOrSelf" ptType="node node" st="5 1" cnt="1 0"/>
                </dgm:if>
                <dgm:if name="Name42" axis="ch" ptType="node" func="cnt" op="equ" val="6">
                  <dgm:presOf axis="ch desOrSelf" ptType="node node" st="6 1" cnt="1 0"/>
                </dgm:if>
                <dgm:else name="Name43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44">
            <dgm:if name="Name45" func="var" arg="dir" op="equ" val="norm">
              <dgm:presOf axis="ch desOrSelf" ptType="node node" st="1 1" cnt="1 0"/>
            </dgm:if>
            <dgm:else name="Name46">
              <dgm:choose name="Name47">
                <dgm:if name="Name48" axis="ch" ptType="node" func="cnt" op="equ" val="1">
                  <dgm:presOf axis="ch desOrSelf" ptType="node node" st="1 1" cnt="1 0"/>
                </dgm:if>
                <dgm:if name="Name49" axis="ch" ptType="node" func="cnt" op="equ" val="2">
                  <dgm:presOf axis="ch desOrSelf" ptType="node node" st="2 1" cnt="1 0"/>
                </dgm:if>
                <dgm:if name="Name50" axis="ch" ptType="node" func="cnt" op="equ" val="3">
                  <dgm:presOf axis="ch desOrSelf" ptType="node node" st="3 1" cnt="1 0"/>
                </dgm:if>
                <dgm:if name="Name51" axis="ch" ptType="node" func="cnt" op="equ" val="4">
                  <dgm:presOf axis="ch desOrSelf" ptType="node node" st="4 1" cnt="1 0"/>
                </dgm:if>
                <dgm:if name="Name52" axis="ch" ptType="node" func="cnt" op="equ" val="5">
                  <dgm:presOf axis="ch desOrSelf" ptType="node node" st="5 1" cnt="1 0"/>
                </dgm:if>
                <dgm:if name="Name53" axis="ch" ptType="node" func="cnt" op="equ" val="6">
                  <dgm:presOf axis="ch desOrSelf" ptType="node node" st="6 1" cnt="1 0"/>
                </dgm:if>
                <dgm:else name="Name54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55"/>
    </dgm:choose>
    <dgm:choose name="Name56">
      <dgm:if name="Name57" axis="ch" ptType="node" func="cnt" op="gte" val="2">
        <dgm:layoutNode name="wedge2">
          <dgm:alg type="sp"/>
          <dgm:choose name="Name58">
            <dgm:if name="Name59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60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61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62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63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64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65">
            <dgm:if name="Name66" func="var" arg="dir" op="equ" val="norm">
              <dgm:presOf axis="ch desOrSelf" ptType="node node" st="2 1" cnt="1 0"/>
            </dgm:if>
            <dgm:else name="Name67">
              <dgm:choose name="Name68">
                <dgm:if name="Name69" axis="ch" ptType="node" func="cnt" op="equ" val="2">
                  <dgm:presOf axis="ch desOrSelf" ptType="node node" st="1 1" cnt="1 0"/>
                </dgm:if>
                <dgm:if name="Name70" axis="ch" ptType="node" func="cnt" op="equ" val="3">
                  <dgm:presOf axis="ch desOrSelf" ptType="node node" st="2 1" cnt="1 0"/>
                </dgm:if>
                <dgm:if name="Name71" axis="ch" ptType="node" func="cnt" op="equ" val="4">
                  <dgm:presOf axis="ch desOrSelf" ptType="node node" st="3 1" cnt="1 0"/>
                </dgm:if>
                <dgm:if name="Name72" axis="ch" ptType="node" func="cnt" op="equ" val="5">
                  <dgm:presOf axis="ch desOrSelf" ptType="node node" st="4 1" cnt="1 0"/>
                </dgm:if>
                <dgm:if name="Name73" axis="ch" ptType="node" func="cnt" op="equ" val="6">
                  <dgm:presOf axis="ch desOrSelf" ptType="node node" st="5 1" cnt="1 0"/>
                </dgm:if>
                <dgm:else name="Name74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75">
            <dgm:if name="Name76" func="var" arg="dir" op="equ" val="norm">
              <dgm:presOf axis="ch desOrSelf" ptType="node node" st="2 1" cnt="1 0"/>
            </dgm:if>
            <dgm:else name="Name77">
              <dgm:choose name="Name78">
                <dgm:if name="Name79" axis="ch" ptType="node" func="cnt" op="equ" val="2">
                  <dgm:presOf axis="ch desOrSelf" ptType="node node" st="1 1" cnt="1 0"/>
                </dgm:if>
                <dgm:if name="Name80" axis="ch" ptType="node" func="cnt" op="equ" val="3">
                  <dgm:presOf axis="ch desOrSelf" ptType="node node" st="2 1" cnt="1 0"/>
                </dgm:if>
                <dgm:if name="Name81" axis="ch" ptType="node" func="cnt" op="equ" val="4">
                  <dgm:presOf axis="ch desOrSelf" ptType="node node" st="3 1" cnt="1 0"/>
                </dgm:if>
                <dgm:if name="Name82" axis="ch" ptType="node" func="cnt" op="equ" val="5">
                  <dgm:presOf axis="ch desOrSelf" ptType="node node" st="4 1" cnt="1 0"/>
                </dgm:if>
                <dgm:if name="Name83" axis="ch" ptType="node" func="cnt" op="equ" val="6">
                  <dgm:presOf axis="ch desOrSelf" ptType="node node" st="5 1" cnt="1 0"/>
                </dgm:if>
                <dgm:else name="Name84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85"/>
    </dgm:choose>
    <dgm:choose name="Name86">
      <dgm:if name="Name87" axis="ch" ptType="node" func="cnt" op="gte" val="3">
        <dgm:layoutNode name="wedge3">
          <dgm:alg type="sp"/>
          <dgm:choose name="Name88">
            <dgm:if name="Name89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90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91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92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93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94">
            <dgm:if name="Name95" func="var" arg="dir" op="equ" val="norm">
              <dgm:presOf axis="ch desOrSelf" ptType="node node" st="3 1" cnt="1 0"/>
            </dgm:if>
            <dgm:else name="Name96">
              <dgm:choose name="Name97">
                <dgm:if name="Name98" axis="ch" ptType="node" func="cnt" op="equ" val="3">
                  <dgm:presOf axis="ch desOrSelf" ptType="node node" st="1 1" cnt="1 0"/>
                </dgm:if>
                <dgm:if name="Name99" axis="ch" ptType="node" func="cnt" op="equ" val="4">
                  <dgm:presOf axis="ch desOrSelf" ptType="node node" st="2 1" cnt="1 0"/>
                </dgm:if>
                <dgm:if name="Name100" axis="ch" ptType="node" func="cnt" op="equ" val="5">
                  <dgm:presOf axis="ch desOrSelf" ptType="node node" st="3 1" cnt="1 0"/>
                </dgm:if>
                <dgm:if name="Name101" axis="ch" ptType="node" func="cnt" op="equ" val="6">
                  <dgm:presOf axis="ch desOrSelf" ptType="node node" st="4 1" cnt="1 0"/>
                </dgm:if>
                <dgm:else name="Name102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03">
            <dgm:if name="Name104" func="var" arg="dir" op="equ" val="norm">
              <dgm:presOf axis="ch desOrSelf" ptType="node node" st="3 1" cnt="1 0"/>
            </dgm:if>
            <dgm:else name="Name105">
              <dgm:choose name="Name106">
                <dgm:if name="Name107" axis="ch" ptType="node" func="cnt" op="equ" val="3">
                  <dgm:presOf axis="ch desOrSelf" ptType="node node" st="1 1" cnt="1 0"/>
                </dgm:if>
                <dgm:if name="Name108" axis="ch" ptType="node" func="cnt" op="equ" val="4">
                  <dgm:presOf axis="ch desOrSelf" ptType="node node" st="2 1" cnt="1 0"/>
                </dgm:if>
                <dgm:if name="Name109" axis="ch" ptType="node" func="cnt" op="equ" val="5">
                  <dgm:presOf axis="ch desOrSelf" ptType="node node" st="3 1" cnt="1 0"/>
                </dgm:if>
                <dgm:if name="Name110" axis="ch" ptType="node" func="cnt" op="equ" val="6">
                  <dgm:presOf axis="ch desOrSelf" ptType="node node" st="4 1" cnt="1 0"/>
                </dgm:if>
                <dgm:else name="Name111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12"/>
    </dgm:choose>
    <dgm:choose name="Name113">
      <dgm:if name="Name114" axis="ch" ptType="node" func="cnt" op="gte" val="4">
        <dgm:layoutNode name="wedge4">
          <dgm:alg type="sp"/>
          <dgm:choose name="Name115">
            <dgm:if name="Name116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17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18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19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20">
            <dgm:if name="Name121" func="var" arg="dir" op="equ" val="norm">
              <dgm:presOf axis="ch desOrSelf" ptType="node node" st="4 1" cnt="1 0"/>
            </dgm:if>
            <dgm:else name="Name122">
              <dgm:choose name="Name123">
                <dgm:if name="Name124" axis="ch" ptType="node" func="cnt" op="equ" val="4">
                  <dgm:presOf axis="ch desOrSelf" ptType="node node" st="1 1" cnt="1 0"/>
                </dgm:if>
                <dgm:if name="Name125" axis="ch" ptType="node" func="cnt" op="equ" val="5">
                  <dgm:presOf axis="ch desOrSelf" ptType="node node" st="2 1" cnt="1 0"/>
                </dgm:if>
                <dgm:if name="Name126" axis="ch" ptType="node" func="cnt" op="equ" val="6">
                  <dgm:presOf axis="ch desOrSelf" ptType="node node" st="3 1" cnt="1 0"/>
                </dgm:if>
                <dgm:else name="Name127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28">
            <dgm:if name="Name129" func="var" arg="dir" op="equ" val="norm">
              <dgm:presOf axis="ch desOrSelf" ptType="node node" st="4 1" cnt="1 0"/>
            </dgm:if>
            <dgm:else name="Name130">
              <dgm:choose name="Name131">
                <dgm:if name="Name132" axis="ch" ptType="node" func="cnt" op="equ" val="4">
                  <dgm:presOf axis="ch desOrSelf" ptType="node node" st="1 1" cnt="1 0"/>
                </dgm:if>
                <dgm:if name="Name133" axis="ch" ptType="node" func="cnt" op="equ" val="5">
                  <dgm:presOf axis="ch desOrSelf" ptType="node node" st="2 1" cnt="1 0"/>
                </dgm:if>
                <dgm:if name="Name134" axis="ch" ptType="node" func="cnt" op="equ" val="6">
                  <dgm:presOf axis="ch desOrSelf" ptType="node node" st="3 1" cnt="1 0"/>
                </dgm:if>
                <dgm:else name="Name135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36"/>
    </dgm:choose>
    <dgm:choose name="Name137">
      <dgm:if name="Name138" axis="ch" ptType="node" func="cnt" op="gte" val="5">
        <dgm:layoutNode name="wedge5">
          <dgm:alg type="sp"/>
          <dgm:choose name="Name139">
            <dgm:if name="Name140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41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42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43">
            <dgm:if name="Name144" func="var" arg="dir" op="equ" val="norm">
              <dgm:presOf axis="ch desOrSelf" ptType="node node" st="5 1" cnt="1 0"/>
            </dgm:if>
            <dgm:else name="Name145">
              <dgm:choose name="Name146">
                <dgm:if name="Name147" axis="ch" ptType="node" func="cnt" op="equ" val="5">
                  <dgm:presOf axis="ch desOrSelf" ptType="node node" st="1 1" cnt="1 0"/>
                </dgm:if>
                <dgm:if name="Name148" axis="ch" ptType="node" func="cnt" op="equ" val="6">
                  <dgm:presOf axis="ch desOrSelf" ptType="node node" st="2 1" cnt="1 0"/>
                </dgm:if>
                <dgm:else name="Name149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0">
            <dgm:if name="Name151" func="var" arg="dir" op="equ" val="norm">
              <dgm:presOf axis="ch desOrSelf" ptType="node node" st="5 1" cnt="1 0"/>
            </dgm:if>
            <dgm:else name="Name152">
              <dgm:choose name="Name153">
                <dgm:if name="Name154" axis="ch" ptType="node" func="cnt" op="equ" val="5">
                  <dgm:presOf axis="ch desOrSelf" ptType="node node" st="1 1" cnt="1 0"/>
                </dgm:if>
                <dgm:if name="Name155" axis="ch" ptType="node" func="cnt" op="equ" val="6">
                  <dgm:presOf axis="ch desOrSelf" ptType="node node" st="2 1" cnt="1 0"/>
                </dgm:if>
                <dgm:else name="Name156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57"/>
    </dgm:choose>
    <dgm:choose name="Name158">
      <dgm:if name="Name159" axis="ch" ptType="node" func="cnt" op="gte" val="6">
        <dgm:layoutNode name="wedge6">
          <dgm:alg type="sp"/>
          <dgm:choose name="Name160">
            <dgm:if name="Name161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62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63">
            <dgm:if name="Name164" func="var" arg="dir" op="equ" val="norm">
              <dgm:presOf axis="ch desOrSelf" ptType="node node" st="6 1" cnt="1 0"/>
            </dgm:if>
            <dgm:else name="Name165">
              <dgm:choose name="Name166">
                <dgm:if name="Name167" axis="ch" ptType="node" func="cnt" op="equ" val="6">
                  <dgm:presOf axis="ch desOrSelf" ptType="node node" st="1 1" cnt="1 0"/>
                </dgm:if>
                <dgm:else name="Name168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9">
            <dgm:if name="Name170" func="var" arg="dir" op="equ" val="norm">
              <dgm:presOf axis="ch desOrSelf" ptType="node node" st="6 1" cnt="1 0"/>
            </dgm:if>
            <dgm:else name="Name171">
              <dgm:choose name="Name172">
                <dgm:if name="Name173" axis="ch" ptType="node" func="cnt" op="equ" val="6">
                  <dgm:presOf axis="ch desOrSelf" ptType="node node" st="1 1" cnt="1 0"/>
                </dgm:if>
                <dgm:else name="Name174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75"/>
    </dgm:choose>
    <dgm:choose name="Name176">
      <dgm:if name="Name177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78">
            <dgm:if name="Name179" func="var" arg="dir" op="equ" val="norm">
              <dgm:presOf axis="ch desOrSelf" ptType="node node" st="7 1" cnt="1 0"/>
            </dgm:if>
            <dgm:else name="Name180">
              <dgm:presOf axis="ch desOrSelf" ptType="node node" st="1 1" cnt="1 0"/>
            </dgm:else>
          </dgm:choose>
          <dgm:constrLst/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81">
            <dgm:if name="Name182" func="var" arg="dir" op="equ" val="norm">
              <dgm:presOf axis="ch desOrSelf" ptType="node node" st="7 1" cnt="1 0"/>
            </dgm:if>
            <dgm:else name="Name183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84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6">
  <dgm:title val=""/>
  <dgm:desc val=""/>
  <dgm:catLst>
    <dgm:cat type="3D" pri="11600"/>
  </dgm:catLst>
  <dgm:scene3d>
    <a:camera prst="perspectiveRelaxedModerately" zoom="92000"/>
    <a:lightRig rig="balanced" dir="t">
      <a:rot lat="0" lon="0" rev="12700000"/>
    </a:lightRig>
  </dgm:scene3d>
  <dgm:styleLbl name="node0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z="50080"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54000"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54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25400" prstMaterial="plastic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75000" prstMaterial="plastic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-25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25400" prstMaterial="plastic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parChTrans1D2">
    <dgm:scene3d>
      <a:camera prst="orthographicFront"/>
      <a:lightRig rig="threePt" dir="t"/>
    </dgm:scene3d>
    <dgm:sp3d z="-25400" prstMaterial="plastic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parChTrans1D3">
    <dgm:scene3d>
      <a:camera prst="orthographicFront"/>
      <a:lightRig rig="threePt" dir="t"/>
    </dgm:scene3d>
    <dgm:sp3d z="-25400" prstMaterial="plastic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parChTrans1D4">
    <dgm:scene3d>
      <a:camera prst="orthographicFront"/>
      <a:lightRig rig="threePt" dir="t"/>
    </dgm:scene3d>
    <dgm:sp3d z="-25400" prstMaterial="plastic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fgAcc1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152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0080" prstMaterial="plastic">
      <a:bevelT w="25400" h="25400"/>
      <a:bevelB w="254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52400" prstMaterial="plastic">
      <a:bevelT w="25400" h="25400"/>
      <a:bevelB w="25400" h="25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0400" extrusionH="12700" prstMaterial="plastic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0080" prstMaterial="plastic">
      <a:bevelT w="50800" h="50800"/>
      <a:bevelB w="50800" h="508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65CFA1-12D4-40A2-8146-FFFDA06BFD7A}" type="datetimeFigureOut">
              <a:rPr lang="ru-RU" smtClean="0"/>
              <a:t>30.06.2026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55AEFB-EA62-427A-BCDB-9CE7E57B18B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939260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55AEFB-EA62-427A-BCDB-9CE7E57B18B8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90536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55AEFB-EA62-427A-BCDB-9CE7E57B18B8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101656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55AEFB-EA62-427A-BCDB-9CE7E57B18B8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51706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55AEFB-EA62-427A-BCDB-9CE7E57B18B8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48200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ABA3A9-5F7B-06AD-0ACF-280371D173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D093101-23DB-D943-2BFB-DD5E226F23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64ABD9D-6980-3EE3-8F5C-0C9F5849D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E6B27-2E4F-4F05-A00C-E4A6FE4B7A1F}" type="datetime1">
              <a:rPr lang="ru-RU" smtClean="0"/>
              <a:t>30.06.2026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F813E30-0D4D-9798-AD11-D4C3A5ADFD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5DA1C20-4620-C020-21C0-61E1583E6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6D856-E34B-4586-8327-57D6E7D116E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504702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986A16-9A6E-DFC3-0E65-2E1F0BE4CB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AAF9C77-2544-5174-A380-40C8F2332F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7369113-E3CE-1C5C-CF5D-4287D8A926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EA7A07-D671-4496-8DB7-E5101551F961}" type="datetime1">
              <a:rPr lang="ru-RU" smtClean="0"/>
              <a:t>30.06.2026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3EC17D2-2873-5258-713A-BA9917ECF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87565A5-10D0-FF39-60C5-D78E997AFA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fld id="{BF16D856-E34B-4586-8327-57D6E7D116E0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74551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92D85A-2F45-62FD-F5E4-D42AA9286E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D33EA87-37D1-4338-0ED9-947713EB8D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DD272AF-9591-C270-E2ED-05005F2BC7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485415-F224-461D-B7E1-492914E146DA}" type="datetime1">
              <a:rPr lang="ru-RU" smtClean="0"/>
              <a:t>30.06.2026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97E3055-078B-B2C0-5FCD-4D9E7993A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D908081-5276-F85A-FD9F-630A12F46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6D856-E34B-4586-8327-57D6E7D116E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310806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E70728C-DEFE-8FF3-97AF-AA43CF4D8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9827D5A-A8BE-EB1A-2022-9A34FBF258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422AE82-B83B-3F7B-3C50-1E6BCFDBA6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2E5F601-6EE1-AB1A-9FE6-7C9BE3A167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AD876-DEAB-4DE3-93A0-6762DD618082}" type="datetime1">
              <a:rPr lang="ru-RU" smtClean="0"/>
              <a:t>30.06.2026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25E70DB-B358-1B9A-488B-93129C1A35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4601F47-1DE2-F6C8-C15B-926EE862A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6D856-E34B-4586-8327-57D6E7D116E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650020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1E136D-DC9B-5515-F189-75D364A6D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3E321CD-8F64-D9B5-28BE-C09392BE3A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BD9E87F-2324-CB62-DF3B-6C3D155CEF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539B47F5-F112-399D-0DBB-0F94AA43D8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D05100F0-B675-92EE-F5D1-CBDFDA4071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6ABA279B-9B27-F6C5-E147-69DCBB359D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1E0B2-A7ED-4DCF-A70C-D353E92A94A1}" type="datetime1">
              <a:rPr lang="ru-RU" smtClean="0"/>
              <a:t>30.06.2026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77038BD9-4E0A-84E4-29D3-4DF8CB95E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69741747-6AA0-A2C8-3D89-2B19785B2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6D856-E34B-4586-8327-57D6E7D116E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788574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80E478A-A1D3-EE28-6847-EBBE9ABCDC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3DA617C3-DA9C-A277-B1DF-8D1C8594CA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73DFC-EF91-4111-B144-4AA03E015F2A}" type="datetime1">
              <a:rPr lang="ru-RU" smtClean="0"/>
              <a:t>30.06.2026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371B21EB-0985-4EFD-FACF-DB90D9020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40DD856-B520-65FA-4369-95748390D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6D856-E34B-4586-8327-57D6E7D116E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191699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6A6BCB50-CA1B-4DB2-703F-1307835D26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A54FD-ADE4-4ABD-86D5-4E95CC0E55E2}" type="datetime1">
              <a:rPr lang="ru-RU" smtClean="0"/>
              <a:t>30.06.2026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34EDE087-BF71-B9D9-0A09-07A33AB6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482D51D-771E-77FB-CA33-6170F0C39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6D856-E34B-4586-8327-57D6E7D116E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535127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B56358F-6735-9546-105D-9BADF32697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A801007-FB15-71D1-1978-79E6D87675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C4091E9-22AA-61FF-45F3-001E042548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29DEA1D-14CC-4FEB-76FE-13AC706493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752B8-FD52-4D6B-B74A-0EB7ACF483A4}" type="datetime1">
              <a:rPr lang="ru-RU" smtClean="0"/>
              <a:t>30.06.2026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C01E53B-D921-FD70-A7E7-9B252930EA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82D04B7-8AC3-E04B-0E27-EF73B13F1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6D856-E34B-4586-8327-57D6E7D116E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4976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258AC17-ECEF-5764-6D6F-1E835C6689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CE0B4AF6-6511-0722-48B4-91CB8F320A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249BD4F-0DB0-B094-CB24-D100B7B903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A26A5C1-3E29-7934-702A-DDE99C1E0A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8AAD3A-AD34-443B-9A5E-E4ABB1F3C748}" type="datetime1">
              <a:rPr lang="ru-RU" smtClean="0"/>
              <a:t>30.06.2026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041BFB4-2A69-9238-DAD9-ED3A41570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D42E17E-CD1F-257A-2E5A-6383A06FE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6D856-E34B-4586-8327-57D6E7D116E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06899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03AA33-5FE1-7B7A-58C0-2A97616119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E797597-D253-7F81-0276-722A59F57F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972CD20-D9FE-7B0A-4CB1-417E071224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B71AD-E493-4C3E-8CA2-AB3A03820360}" type="datetime1">
              <a:rPr lang="ru-RU" smtClean="0"/>
              <a:t>30.06.2026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CBC9CA7-8A46-42A4-522E-B16CF23CD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7CA9E43-FE69-9BD4-65F4-B47DB78D8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6D856-E34B-4586-8327-57D6E7D116E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656078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109DE926-32E9-B8B7-B287-136366F087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74467C8-2455-1E03-22AF-1F10864857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C38E1CB-7D08-2B90-BB80-F99A15CDE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165DD-E38E-4BEE-A2AA-77342D2AD849}" type="datetime1">
              <a:rPr lang="ru-RU" smtClean="0"/>
              <a:t>30.06.2026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7200CC3-22E5-1338-23F8-4114B24B79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718D588-52F7-6987-5259-212C8B00E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6D856-E34B-4586-8327-57D6E7D116E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714758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0080A4F-C3A1-C82D-B861-2661DC7DE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0F42EED-C3C5-ACB5-6A2C-C5663E3E80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491D3C5-5F96-6B68-55DC-7DEEFDA8DC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372802-22B9-469C-94E3-31FF92A5C922}" type="datetime1">
              <a:rPr lang="ru-RU" smtClean="0"/>
              <a:t>30.06.2026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B499CE5-270F-01E4-A4F8-CE0172915A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1193904-7D86-1002-E428-0C75D85ACD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16D856-E34B-4586-8327-57D6E7D116E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99561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help.sap.com/docs/SAP_ERP/a0d3efbac8b14fc89b29bf47a1677c86/3adbf75305610114e10000000a174cb4.html?locale=en-US" TargetMode="External"/><Relationship Id="rId2" Type="http://schemas.openxmlformats.org/officeDocument/2006/relationships/hyperlink" Target="https://adeptik.com/blog/avtomatizirovannye-sistemy-upravleniya-predpriyatiem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5E996C-C7BE-FAF0-F0DC-1F5CFD7A18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F0423A-A43D-CB05-61D2-E78022A387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22241"/>
          </a:xfrm>
        </p:spPr>
        <p:txBody>
          <a:bodyPr>
            <a:normAutofit fontScale="90000"/>
          </a:bodyPr>
          <a:lstStyle/>
          <a:p>
            <a:r>
              <a:rPr lang="ru-RU" dirty="0"/>
              <a:t>Автоматизированная система управления предприятием (АСУП)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68D626A-DA06-21FA-0A8C-8EB2602EC9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6310" y="1610597"/>
            <a:ext cx="10515600" cy="1325563"/>
          </a:xfrm>
        </p:spPr>
        <p:txBody>
          <a:bodyPr>
            <a:normAutofit/>
          </a:bodyPr>
          <a:lstStyle/>
          <a:p>
            <a:r>
              <a:rPr lang="ru-RU" sz="2000" b="1" dirty="0"/>
              <a:t>Автоматизированные системы управления предприятием (АСУП) </a:t>
            </a:r>
            <a:r>
              <a:rPr lang="ru-RU" sz="2000" dirty="0"/>
              <a:t>— это целый комплекс программных, информационных и аппаратных средств, обеспечивающих сбор, обработку, передачу и хранение информации, которая необходима для принятия управленческих решений.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F767BD7-3B75-0E92-08EF-297FDB2988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0186" y="3047776"/>
            <a:ext cx="5336628" cy="3333483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E2B1943-C956-B5E8-FFCD-77F9C35C30DC}"/>
              </a:ext>
            </a:extLst>
          </p:cNvPr>
          <p:cNvSpPr txBox="1"/>
          <p:nvPr/>
        </p:nvSpPr>
        <p:spPr>
          <a:xfrm>
            <a:off x="5906815" y="2651154"/>
            <a:ext cx="5588876" cy="37702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dirty="0"/>
              <a:t>АСУП производственного предприятия, как правило, включает в себя подсистемы управления: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dirty="0"/>
              <a:t>складами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dirty="0"/>
              <a:t>поставками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dirty="0"/>
              <a:t>персоналом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dirty="0"/>
              <a:t>финансами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dirty="0"/>
              <a:t>конструкторской и технологической подготовкой производства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dirty="0"/>
              <a:t>номенклатурой производства (в том числе систему управления каталогом)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dirty="0"/>
              <a:t>оборудованием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dirty="0"/>
              <a:t>оперативного планирования потребностей производства.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62787FE-A6AA-A2E2-6102-336C28AD954A}"/>
              </a:ext>
            </a:extLst>
          </p:cNvPr>
          <p:cNvSpPr txBox="1"/>
          <p:nvPr/>
        </p:nvSpPr>
        <p:spPr>
          <a:xfrm>
            <a:off x="3284483" y="3549248"/>
            <a:ext cx="6674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BI</a:t>
            </a:r>
            <a:endParaRPr lang="ru-RU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5487270-034D-C1E6-1758-8B314B907006}"/>
              </a:ext>
            </a:extLst>
          </p:cNvPr>
          <p:cNvSpPr txBox="1"/>
          <p:nvPr/>
        </p:nvSpPr>
        <p:spPr>
          <a:xfrm>
            <a:off x="3223391" y="4050720"/>
            <a:ext cx="7895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ERP</a:t>
            </a:r>
            <a:endParaRPr lang="ru-RU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A8195D1-F56F-864D-33ED-F179C5426027}"/>
              </a:ext>
            </a:extLst>
          </p:cNvPr>
          <p:cNvSpPr txBox="1"/>
          <p:nvPr/>
        </p:nvSpPr>
        <p:spPr>
          <a:xfrm>
            <a:off x="3162300" y="4870202"/>
            <a:ext cx="7895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MES</a:t>
            </a:r>
            <a:endParaRPr lang="ru-RU" b="1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44AFA48-9633-8EEF-BA39-BD40EC7D7B09}"/>
              </a:ext>
            </a:extLst>
          </p:cNvPr>
          <p:cNvSpPr txBox="1"/>
          <p:nvPr/>
        </p:nvSpPr>
        <p:spPr>
          <a:xfrm>
            <a:off x="3007272" y="5689684"/>
            <a:ext cx="10996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SCADA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5904A25-A9BC-06E9-7923-450986FA22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6D856-E34B-4586-8327-57D6E7D116E0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440783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Группа 18">
            <a:extLst>
              <a:ext uri="{FF2B5EF4-FFF2-40B4-BE49-F238E27FC236}">
                <a16:creationId xmlns:a16="http://schemas.microsoft.com/office/drawing/2014/main" id="{6A62D805-B9E4-802E-836F-70301EE92F95}"/>
              </a:ext>
            </a:extLst>
          </p:cNvPr>
          <p:cNvGrpSpPr/>
          <p:nvPr/>
        </p:nvGrpSpPr>
        <p:grpSpPr>
          <a:xfrm>
            <a:off x="-147141" y="803489"/>
            <a:ext cx="11378124" cy="5651099"/>
            <a:chOff x="-147141" y="803489"/>
            <a:chExt cx="11378124" cy="5651099"/>
          </a:xfrm>
        </p:grpSpPr>
        <p:grpSp>
          <p:nvGrpSpPr>
            <p:cNvPr id="17" name="Группа 16">
              <a:extLst>
                <a:ext uri="{FF2B5EF4-FFF2-40B4-BE49-F238E27FC236}">
                  <a16:creationId xmlns:a16="http://schemas.microsoft.com/office/drawing/2014/main" id="{5464A83B-FC37-1558-AE3E-3C21C4E3F596}"/>
                </a:ext>
              </a:extLst>
            </p:cNvPr>
            <p:cNvGrpSpPr/>
            <p:nvPr/>
          </p:nvGrpSpPr>
          <p:grpSpPr>
            <a:xfrm>
              <a:off x="-147141" y="803489"/>
              <a:ext cx="11378124" cy="5651099"/>
              <a:chOff x="-10770" y="689825"/>
              <a:chExt cx="12034600" cy="6127750"/>
            </a:xfrm>
          </p:grpSpPr>
          <p:graphicFrame>
            <p:nvGraphicFramePr>
              <p:cNvPr id="4" name="Объект 3">
                <a:extLst>
                  <a:ext uri="{FF2B5EF4-FFF2-40B4-BE49-F238E27FC236}">
                    <a16:creationId xmlns:a16="http://schemas.microsoft.com/office/drawing/2014/main" id="{C3B72C0B-6EE3-5AAA-8B24-0231B88237ED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410862761"/>
                  </p:ext>
                </p:extLst>
              </p:nvPr>
            </p:nvGraphicFramePr>
            <p:xfrm>
              <a:off x="-10770" y="689825"/>
              <a:ext cx="12034600" cy="6127750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3" r:lo="rId4" r:qs="rId5" r:cs="rId6"/>
              </a:graphicData>
            </a:graphic>
          </p:graphicFrame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C273B2B-1F21-91DD-001D-E4796147A424}"/>
                  </a:ext>
                </a:extLst>
              </p:cNvPr>
              <p:cNvSpPr txBox="1"/>
              <p:nvPr/>
            </p:nvSpPr>
            <p:spPr>
              <a:xfrm>
                <a:off x="4323443" y="2532542"/>
                <a:ext cx="1772557" cy="634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1400" b="1" dirty="0">
                    <a:solidFill>
                      <a:schemeClr val="bg1"/>
                    </a:solidFill>
                  </a:rPr>
                  <a:t>Исследования</a:t>
                </a:r>
                <a:r>
                  <a:rPr lang="ru-RU" sz="1600" b="1" dirty="0">
                    <a:solidFill>
                      <a:schemeClr val="bg1"/>
                    </a:solidFill>
                  </a:rPr>
                  <a:t> и разработка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0C0B25C-846D-AAA7-A625-26F8D4225E13}"/>
                  </a:ext>
                </a:extLst>
              </p:cNvPr>
              <p:cNvSpPr txBox="1"/>
              <p:nvPr/>
            </p:nvSpPr>
            <p:spPr>
              <a:xfrm>
                <a:off x="6000427" y="2484943"/>
                <a:ext cx="214195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b="1" dirty="0">
                    <a:solidFill>
                      <a:schemeClr val="bg1"/>
                    </a:solidFill>
                  </a:rPr>
                  <a:t>Производство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201EB27-A826-9C5B-AAF8-C466690B80D9}"/>
                  </a:ext>
                </a:extLst>
              </p:cNvPr>
              <p:cNvSpPr txBox="1"/>
              <p:nvPr/>
            </p:nvSpPr>
            <p:spPr>
              <a:xfrm>
                <a:off x="6096000" y="4836744"/>
                <a:ext cx="214195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b="1" dirty="0">
                    <a:solidFill>
                      <a:schemeClr val="bg1"/>
                    </a:solidFill>
                  </a:rPr>
                  <a:t>Логистика</a:t>
                </a: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4405AB3-EEAC-C0B8-4D28-A65AFE4249F3}"/>
                  </a:ext>
                </a:extLst>
              </p:cNvPr>
              <p:cNvSpPr txBox="1"/>
              <p:nvPr/>
            </p:nvSpPr>
            <p:spPr>
              <a:xfrm>
                <a:off x="3864579" y="3731964"/>
                <a:ext cx="214195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b="1" dirty="0">
                    <a:solidFill>
                      <a:schemeClr val="bg1"/>
                    </a:solidFill>
                  </a:rPr>
                  <a:t>Закупки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480BFEA-A852-D83A-377A-2D85755626C5}"/>
                  </a:ext>
                </a:extLst>
              </p:cNvPr>
              <p:cNvSpPr txBox="1"/>
              <p:nvPr/>
            </p:nvSpPr>
            <p:spPr>
              <a:xfrm>
                <a:off x="4241330" y="4695289"/>
                <a:ext cx="2141951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b="1" dirty="0">
                    <a:solidFill>
                      <a:schemeClr val="bg1"/>
                    </a:solidFill>
                  </a:rPr>
                  <a:t>Управление качеством</a:t>
                </a:r>
              </a:p>
            </p:txBody>
          </p:sp>
        </p:grp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80EF779A-53E5-34D4-411E-F99E118D6E34}"/>
                </a:ext>
              </a:extLst>
            </p:cNvPr>
            <p:cNvSpPr txBox="1"/>
            <p:nvPr/>
          </p:nvSpPr>
          <p:spPr>
            <a:xfrm>
              <a:off x="6049514" y="3323524"/>
              <a:ext cx="166280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/>
              <a:r>
                <a:rPr lang="ru-RU" sz="1600" b="1" dirty="0" err="1">
                  <a:solidFill>
                    <a:schemeClr val="bg1"/>
                  </a:solidFill>
                </a:rPr>
                <a:t>Послепродаж</a:t>
              </a:r>
              <a:r>
                <a:rPr lang="ru-RU" sz="1600" b="1" dirty="0">
                  <a:solidFill>
                    <a:schemeClr val="bg1"/>
                  </a:solidFill>
                </a:rPr>
                <a:t>. и сервисное обслуживание</a:t>
              </a:r>
            </a:p>
          </p:txBody>
        </p: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0A83CC1-F1B2-1F84-233F-D3F5728404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39097"/>
          </a:xfrm>
        </p:spPr>
        <p:txBody>
          <a:bodyPr>
            <a:normAutofit fontScale="90000"/>
          </a:bodyPr>
          <a:lstStyle/>
          <a:p>
            <a:r>
              <a:rPr lang="ru-RU" dirty="0"/>
              <a:t>Разнообразие систем предприятия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2BD7EE-A651-9779-ECD2-2B6ADC7860FE}"/>
              </a:ext>
            </a:extLst>
          </p:cNvPr>
          <p:cNvSpPr txBox="1"/>
          <p:nvPr/>
        </p:nvSpPr>
        <p:spPr>
          <a:xfrm>
            <a:off x="360977" y="1532685"/>
            <a:ext cx="415527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b="1" dirty="0"/>
              <a:t>PDM</a:t>
            </a:r>
            <a:r>
              <a:rPr lang="ru-RU" sz="1600" b="1" dirty="0"/>
              <a:t> </a:t>
            </a:r>
            <a:r>
              <a:rPr lang="ru-RU" sz="1600" dirty="0"/>
              <a:t>(Product Data Management)</a:t>
            </a:r>
            <a:r>
              <a:rPr lang="en-US" sz="1600" dirty="0"/>
              <a:t> -</a:t>
            </a:r>
            <a:r>
              <a:rPr lang="ru-RU" sz="1600" dirty="0"/>
              <a:t>управление данными об изделии</a:t>
            </a:r>
            <a:endParaRPr lang="ru-RU" sz="16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b="1" dirty="0"/>
              <a:t>PLM</a:t>
            </a:r>
            <a:r>
              <a:rPr lang="ru-RU" sz="1600" b="1" dirty="0"/>
              <a:t> </a:t>
            </a:r>
            <a:r>
              <a:rPr lang="ru-RU" sz="1600" dirty="0"/>
              <a:t>(Product </a:t>
            </a:r>
            <a:r>
              <a:rPr lang="ru-RU" sz="1600" dirty="0" err="1"/>
              <a:t>Lifecycle</a:t>
            </a:r>
            <a:r>
              <a:rPr lang="ru-RU" sz="1600" dirty="0"/>
              <a:t> Management)</a:t>
            </a:r>
            <a:r>
              <a:rPr lang="en-US" sz="1600" dirty="0"/>
              <a:t> –</a:t>
            </a:r>
            <a:r>
              <a:rPr lang="ru-RU" sz="1600" dirty="0"/>
              <a:t> управление ЖЦ продукта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60CF30-6B77-C926-9AFC-161DE23CBD3B}"/>
              </a:ext>
            </a:extLst>
          </p:cNvPr>
          <p:cNvSpPr txBox="1"/>
          <p:nvPr/>
        </p:nvSpPr>
        <p:spPr>
          <a:xfrm>
            <a:off x="283443" y="5071244"/>
            <a:ext cx="352740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b="1" dirty="0"/>
              <a:t>QMS</a:t>
            </a:r>
            <a:r>
              <a:rPr lang="ru-RU" sz="1600" b="1" dirty="0"/>
              <a:t> </a:t>
            </a:r>
            <a:r>
              <a:rPr lang="ru-RU" sz="1600" dirty="0"/>
              <a:t>(</a:t>
            </a:r>
            <a:r>
              <a:rPr lang="en-US" sz="1600" dirty="0"/>
              <a:t>Quality Management System</a:t>
            </a:r>
            <a:r>
              <a:rPr lang="ru-RU" sz="1600" dirty="0"/>
              <a:t>) – управление качеством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b="1" dirty="0"/>
              <a:t> CAQ</a:t>
            </a:r>
            <a:r>
              <a:rPr lang="ru-RU" sz="1600" b="1" dirty="0"/>
              <a:t> </a:t>
            </a:r>
            <a:r>
              <a:rPr lang="ru-RU" sz="1600" dirty="0"/>
              <a:t>(</a:t>
            </a:r>
            <a:r>
              <a:rPr lang="en-US" sz="1600" dirty="0"/>
              <a:t>Computer-Aided Quality </a:t>
            </a:r>
            <a:r>
              <a:rPr lang="ru-RU" sz="1600" dirty="0"/>
              <a:t>) системы контроля качества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D2E16B-DE44-C750-DDC2-FC79A9C5C44C}"/>
              </a:ext>
            </a:extLst>
          </p:cNvPr>
          <p:cNvSpPr txBox="1"/>
          <p:nvPr/>
        </p:nvSpPr>
        <p:spPr>
          <a:xfrm>
            <a:off x="7712314" y="2707970"/>
            <a:ext cx="402626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CRM</a:t>
            </a:r>
            <a:r>
              <a:rPr lang="ru-RU" sz="1600" dirty="0"/>
              <a:t> (</a:t>
            </a:r>
            <a:r>
              <a:rPr lang="en-US" sz="1600" dirty="0"/>
              <a:t>Customer Relationship Management</a:t>
            </a:r>
            <a:r>
              <a:rPr lang="ru-RU" sz="1600" dirty="0"/>
              <a:t>) – управление взаимоотношениями с клиентами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EAM</a:t>
            </a:r>
            <a:r>
              <a:rPr lang="ru-RU" sz="1600" b="1" dirty="0"/>
              <a:t> </a:t>
            </a:r>
            <a:r>
              <a:rPr lang="ru-RU" sz="1600" dirty="0"/>
              <a:t>(</a:t>
            </a:r>
            <a:r>
              <a:rPr lang="en-US" sz="1600" dirty="0"/>
              <a:t>Enterprise Asset Management)</a:t>
            </a:r>
            <a:r>
              <a:rPr lang="ru-RU" sz="1600" dirty="0"/>
              <a:t> – управление активами предприятия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FSM</a:t>
            </a:r>
            <a:r>
              <a:rPr lang="ru-RU" sz="1600" dirty="0"/>
              <a:t> (</a:t>
            </a:r>
            <a:r>
              <a:rPr lang="en-US" sz="1600" dirty="0"/>
              <a:t>Field Service Management</a:t>
            </a:r>
            <a:r>
              <a:rPr lang="ru-RU" sz="1600" dirty="0"/>
              <a:t>) - управление выездным обслуживанием и мобильными сотрудниками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6D1E1E7-F196-78B4-00E4-6DE3ACE38214}"/>
              </a:ext>
            </a:extLst>
          </p:cNvPr>
          <p:cNvSpPr txBox="1"/>
          <p:nvPr/>
        </p:nvSpPr>
        <p:spPr>
          <a:xfrm>
            <a:off x="7158182" y="5269648"/>
            <a:ext cx="458039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WMS </a:t>
            </a:r>
            <a:r>
              <a:rPr lang="en-US" sz="1600" dirty="0"/>
              <a:t>(</a:t>
            </a:r>
            <a:r>
              <a:rPr lang="ru-RU" sz="1600" dirty="0" err="1"/>
              <a:t>Warehouse</a:t>
            </a:r>
            <a:r>
              <a:rPr lang="ru-RU" sz="1600" dirty="0"/>
              <a:t> Management System) - система управления складом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TMS </a:t>
            </a:r>
            <a:r>
              <a:rPr lang="en-US" sz="1600" dirty="0"/>
              <a:t>(Transportation Management System) – </a:t>
            </a:r>
            <a:r>
              <a:rPr lang="ru-RU" sz="1600" dirty="0"/>
              <a:t>система управления транспортом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39E2147-FC76-D6AA-4899-3F36BC6561CE}"/>
              </a:ext>
            </a:extLst>
          </p:cNvPr>
          <p:cNvSpPr txBox="1"/>
          <p:nvPr/>
        </p:nvSpPr>
        <p:spPr>
          <a:xfrm>
            <a:off x="6979909" y="1184477"/>
            <a:ext cx="458039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b="1" dirty="0"/>
              <a:t>ERP</a:t>
            </a:r>
            <a:r>
              <a:rPr lang="ru-RU" sz="1600" b="1" dirty="0"/>
              <a:t> </a:t>
            </a:r>
            <a:r>
              <a:rPr lang="ru-RU" sz="1600" dirty="0"/>
              <a:t>(</a:t>
            </a:r>
            <a:r>
              <a:rPr lang="en-US" sz="1600" dirty="0"/>
              <a:t>Enterprise Resource Planning</a:t>
            </a:r>
            <a:r>
              <a:rPr lang="ru-RU" sz="1600" dirty="0"/>
              <a:t>)</a:t>
            </a:r>
            <a:r>
              <a:rPr lang="en-US" sz="1600" dirty="0"/>
              <a:t> </a:t>
            </a:r>
            <a:r>
              <a:rPr lang="ru-RU" sz="1600" dirty="0"/>
              <a:t>– управление ресурсами предприятия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b="1" dirty="0"/>
              <a:t>MES</a:t>
            </a:r>
            <a:r>
              <a:rPr lang="ru-RU" sz="1600" b="1" dirty="0"/>
              <a:t> </a:t>
            </a:r>
            <a:r>
              <a:rPr lang="ru-RU" sz="1600" dirty="0"/>
              <a:t>(</a:t>
            </a:r>
            <a:r>
              <a:rPr lang="en-US" sz="1600" dirty="0"/>
              <a:t>Manufacturing Execution System</a:t>
            </a:r>
            <a:r>
              <a:rPr lang="ru-RU" sz="1600" dirty="0"/>
              <a:t>) --управления производственными процессам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1019B66-D366-1298-DE6C-7B2779372EAD}"/>
              </a:ext>
            </a:extLst>
          </p:cNvPr>
          <p:cNvSpPr txBox="1"/>
          <p:nvPr/>
        </p:nvSpPr>
        <p:spPr>
          <a:xfrm>
            <a:off x="256970" y="3339099"/>
            <a:ext cx="314926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b="1" dirty="0"/>
              <a:t>SCM</a:t>
            </a:r>
            <a:r>
              <a:rPr lang="ru-RU" sz="1600" b="1" dirty="0"/>
              <a:t> (</a:t>
            </a:r>
            <a:r>
              <a:rPr lang="ru-RU" sz="1600" dirty="0"/>
              <a:t>Supply </a:t>
            </a:r>
            <a:r>
              <a:rPr lang="ru-RU" sz="1600" dirty="0" err="1"/>
              <a:t>Chain</a:t>
            </a:r>
            <a:r>
              <a:rPr lang="ru-RU" sz="1600" dirty="0"/>
              <a:t> Management) – управление цепочками поставок </a:t>
            </a:r>
            <a:endParaRPr lang="en-US" sz="1600" b="1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014F46A-AF28-E3E0-40D0-84D38AC4F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6D856-E34B-4586-8327-57D6E7D116E0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182297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C7ED29-A08B-C489-D5B7-3383905F9C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Односторонний интерфейс между компонентами АС предприятия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F208F390-19E5-AA2B-6655-B7260115BC4B}"/>
              </a:ext>
            </a:extLst>
          </p:cNvPr>
          <p:cNvSpPr/>
          <p:nvPr/>
        </p:nvSpPr>
        <p:spPr>
          <a:xfrm>
            <a:off x="5008179" y="1827322"/>
            <a:ext cx="2364827" cy="914400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ERP</a:t>
            </a:r>
            <a:endParaRPr lang="ru-RU" dirty="0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0DC58E74-E454-16F3-A51C-2BD1EFA89A62}"/>
              </a:ext>
            </a:extLst>
          </p:cNvPr>
          <p:cNvSpPr/>
          <p:nvPr/>
        </p:nvSpPr>
        <p:spPr>
          <a:xfrm>
            <a:off x="1975944" y="3883572"/>
            <a:ext cx="2364827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MES</a:t>
            </a:r>
            <a:endParaRPr lang="ru-RU" dirty="0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542219B3-F655-DC03-6738-7BFC87C42601}"/>
              </a:ext>
            </a:extLst>
          </p:cNvPr>
          <p:cNvSpPr/>
          <p:nvPr/>
        </p:nvSpPr>
        <p:spPr>
          <a:xfrm>
            <a:off x="5008179" y="3883572"/>
            <a:ext cx="2364827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HCM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1071DC92-C0E3-110A-F731-2EEB4E08205C}"/>
              </a:ext>
            </a:extLst>
          </p:cNvPr>
          <p:cNvSpPr/>
          <p:nvPr/>
        </p:nvSpPr>
        <p:spPr>
          <a:xfrm>
            <a:off x="7898524" y="3883572"/>
            <a:ext cx="2364827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WMS</a:t>
            </a:r>
            <a:endParaRPr lang="ru-R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BF5ADA0-4087-44CF-5400-9C9B664ECB5E}"/>
              </a:ext>
            </a:extLst>
          </p:cNvPr>
          <p:cNvSpPr txBox="1"/>
          <p:nvPr/>
        </p:nvSpPr>
        <p:spPr>
          <a:xfrm>
            <a:off x="5008179" y="5246796"/>
            <a:ext cx="27747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Кадровый учет и расчет заработной платы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EAAD9D9-B865-134A-6A69-0D1CD1BCB677}"/>
              </a:ext>
            </a:extLst>
          </p:cNvPr>
          <p:cNvSpPr txBox="1"/>
          <p:nvPr/>
        </p:nvSpPr>
        <p:spPr>
          <a:xfrm>
            <a:off x="7898523" y="5246796"/>
            <a:ext cx="27747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Управление складами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4A900D8-4203-B1A5-223D-CBB32656E2F2}"/>
              </a:ext>
            </a:extLst>
          </p:cNvPr>
          <p:cNvSpPr txBox="1"/>
          <p:nvPr/>
        </p:nvSpPr>
        <p:spPr>
          <a:xfrm>
            <a:off x="1518746" y="5200757"/>
            <a:ext cx="30585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Диспетчеризация и управление производством</a:t>
            </a:r>
          </a:p>
        </p:txBody>
      </p:sp>
      <p:cxnSp>
        <p:nvCxnSpPr>
          <p:cNvPr id="12" name="Прямая со стрелкой 11">
            <a:extLst>
              <a:ext uri="{FF2B5EF4-FFF2-40B4-BE49-F238E27FC236}">
                <a16:creationId xmlns:a16="http://schemas.microsoft.com/office/drawing/2014/main" id="{03382AE7-FED3-A90B-87E2-7DDBFD20DD56}"/>
              </a:ext>
            </a:extLst>
          </p:cNvPr>
          <p:cNvCxnSpPr>
            <a:cxnSpLocks/>
          </p:cNvCxnSpPr>
          <p:nvPr/>
        </p:nvCxnSpPr>
        <p:spPr>
          <a:xfrm flipH="1">
            <a:off x="3928240" y="2794000"/>
            <a:ext cx="877174" cy="966076"/>
          </a:xfrm>
          <a:prstGeom prst="straightConnector1">
            <a:avLst/>
          </a:prstGeom>
          <a:ln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 стрелкой 15">
            <a:extLst>
              <a:ext uri="{FF2B5EF4-FFF2-40B4-BE49-F238E27FC236}">
                <a16:creationId xmlns:a16="http://schemas.microsoft.com/office/drawing/2014/main" id="{6B873635-6512-98A9-3F75-AFCE7E3200A3}"/>
              </a:ext>
            </a:extLst>
          </p:cNvPr>
          <p:cNvCxnSpPr>
            <a:cxnSpLocks/>
          </p:cNvCxnSpPr>
          <p:nvPr/>
        </p:nvCxnSpPr>
        <p:spPr>
          <a:xfrm>
            <a:off x="5654563" y="2908300"/>
            <a:ext cx="0" cy="871702"/>
          </a:xfrm>
          <a:prstGeom prst="straightConnector1">
            <a:avLst/>
          </a:prstGeom>
          <a:ln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 стрелкой 17">
            <a:extLst>
              <a:ext uri="{FF2B5EF4-FFF2-40B4-BE49-F238E27FC236}">
                <a16:creationId xmlns:a16="http://schemas.microsoft.com/office/drawing/2014/main" id="{35B4E6DD-579C-1F64-BCB3-E0D6CBA66F3C}"/>
              </a:ext>
            </a:extLst>
          </p:cNvPr>
          <p:cNvCxnSpPr>
            <a:cxnSpLocks/>
          </p:cNvCxnSpPr>
          <p:nvPr/>
        </p:nvCxnSpPr>
        <p:spPr>
          <a:xfrm>
            <a:off x="7639050" y="2734385"/>
            <a:ext cx="1132710" cy="922874"/>
          </a:xfrm>
          <a:prstGeom prst="straightConnector1">
            <a:avLst/>
          </a:prstGeom>
          <a:ln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94C81E49-786F-83D4-4763-8928ED34AFA9}"/>
              </a:ext>
            </a:extLst>
          </p:cNvPr>
          <p:cNvSpPr txBox="1"/>
          <p:nvPr/>
        </p:nvSpPr>
        <p:spPr>
          <a:xfrm>
            <a:off x="2119366" y="2789688"/>
            <a:ext cx="23648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Производственные заказы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5F4A2CA-6B1F-9A6D-CC24-983F5883D333}"/>
              </a:ext>
            </a:extLst>
          </p:cNvPr>
          <p:cNvSpPr txBox="1"/>
          <p:nvPr/>
        </p:nvSpPr>
        <p:spPr>
          <a:xfrm>
            <a:off x="8964606" y="2820184"/>
            <a:ext cx="23648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Складские движения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67BE0F8-1198-9339-A25E-96D11262FE6A}"/>
              </a:ext>
            </a:extLst>
          </p:cNvPr>
          <p:cNvSpPr txBox="1"/>
          <p:nvPr/>
        </p:nvSpPr>
        <p:spPr>
          <a:xfrm>
            <a:off x="5654563" y="2923125"/>
            <a:ext cx="23648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Подтверждение выполнения работ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9CA12A8A-039F-02C6-3A18-F149E263E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6D856-E34B-4586-8327-57D6E7D116E0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93149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81373C-187F-0550-0E73-F077F127DB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Содержание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79EDFB9-CBD1-8F26-22AA-F59E727632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tabLst>
                <a:tab pos="1971675" algn="l"/>
              </a:tabLst>
            </a:pPr>
            <a:r>
              <a:rPr lang="ru-RU" altLang="ru-RU" dirty="0"/>
              <a:t>Организационная структура</a:t>
            </a:r>
            <a:endParaRPr lang="en-US" altLang="ru-RU" dirty="0"/>
          </a:p>
          <a:p>
            <a:pPr>
              <a:tabLst>
                <a:tab pos="1971675" algn="l"/>
              </a:tabLst>
            </a:pPr>
            <a:r>
              <a:rPr lang="ru-RU" altLang="ru-RU" dirty="0"/>
              <a:t>Основные данные</a:t>
            </a:r>
            <a:endParaRPr lang="en-US" altLang="ru-RU" dirty="0"/>
          </a:p>
          <a:p>
            <a:pPr>
              <a:tabLst>
                <a:tab pos="1971675" algn="l"/>
              </a:tabLst>
            </a:pPr>
            <a:r>
              <a:rPr lang="ru-RU" altLang="ru-RU" dirty="0"/>
              <a:t>Процессы</a:t>
            </a:r>
            <a:endParaRPr lang="en-US" altLang="ru-RU" dirty="0"/>
          </a:p>
          <a:p>
            <a:pPr lvl="1">
              <a:tabLst>
                <a:tab pos="1971675" algn="l"/>
              </a:tabLst>
            </a:pPr>
            <a:r>
              <a:rPr lang="ru-RU" altLang="ru-RU" dirty="0"/>
              <a:t>Планирование производства</a:t>
            </a:r>
            <a:endParaRPr lang="en-US" altLang="ru-RU" dirty="0"/>
          </a:p>
          <a:p>
            <a:pPr lvl="1">
              <a:tabLst>
                <a:tab pos="1971675" algn="l"/>
              </a:tabLst>
            </a:pPr>
            <a:r>
              <a:rPr lang="ru-RU" altLang="ru-RU" dirty="0"/>
              <a:t>Выполнение производства</a:t>
            </a:r>
            <a:endParaRPr lang="en-US" altLang="ru-RU" dirty="0"/>
          </a:p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E8AABAC-05D7-17CA-74F0-4DCDE2EEF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6D856-E34B-4586-8327-57D6E7D116E0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24937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DD792F-E0A0-46D5-AC08-D02A6F6625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Организационная структура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12BE592-B71F-DFF3-472E-281E884843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Завод</a:t>
            </a:r>
          </a:p>
          <a:p>
            <a:pPr lvl="1"/>
            <a:r>
              <a:rPr lang="ru-RU" dirty="0"/>
              <a:t>Рабочая зона или область внутри компании</a:t>
            </a:r>
          </a:p>
          <a:p>
            <a:pPr lvl="1"/>
            <a:r>
              <a:rPr lang="ru-RU" dirty="0"/>
              <a:t>Производство, дистрибуция, снабжение и техническое обслуживание</a:t>
            </a:r>
          </a:p>
          <a:p>
            <a:r>
              <a:rPr lang="ru-RU" b="1" dirty="0"/>
              <a:t>Склад</a:t>
            </a:r>
          </a:p>
          <a:p>
            <a:pPr lvl="1"/>
            <a:r>
              <a:rPr lang="ru-RU" dirty="0"/>
              <a:t>Организационная единица позволяющая дифференцировать запасы материалов на заводе. </a:t>
            </a:r>
          </a:p>
          <a:p>
            <a:r>
              <a:rPr lang="ru-RU" b="1" dirty="0"/>
              <a:t>Рабочее место</a:t>
            </a:r>
          </a:p>
          <a:p>
            <a:pPr lvl="1"/>
            <a:r>
              <a:rPr lang="ru-RU" dirty="0"/>
              <a:t>организационная единица, которая определяет где и когда происходит  операция (работа). Может быть оборудованием, людьми, производственной линией или группой рабочих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74B5C9C-9481-9E46-8DDE-143372D0A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6D856-E34B-4586-8327-57D6E7D116E0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13242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E17FE1-D637-B221-DABD-BE4C706A45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Основные данные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A86CDB2-30B9-BAC1-89AE-07959CAFB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Материалы </a:t>
            </a:r>
          </a:p>
          <a:p>
            <a:r>
              <a:rPr lang="ru-RU" dirty="0"/>
              <a:t>Спецификации материалов  (BOM)</a:t>
            </a:r>
          </a:p>
          <a:p>
            <a:r>
              <a:rPr lang="ru-RU" dirty="0"/>
              <a:t>Технологическая карта</a:t>
            </a:r>
          </a:p>
          <a:p>
            <a:r>
              <a:rPr lang="ru-RU" dirty="0"/>
              <a:t>Вариант изготовления</a:t>
            </a:r>
          </a:p>
          <a:p>
            <a:r>
              <a:rPr lang="ru-RU" dirty="0"/>
              <a:t>Рабочие места</a:t>
            </a:r>
          </a:p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F0F2D84-C97B-C0C5-B90D-D8475312E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6D856-E34B-4586-8327-57D6E7D116E0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82392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436D9C-D039-5C30-1F7C-6D916C991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Основные данные: Материалы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92F4C14-5291-E0E7-6456-67B54EC57D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6896" y="1429770"/>
            <a:ext cx="6810404" cy="5063105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C0751184-A3BD-67D7-DD14-F9CAF7C03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6D856-E34B-4586-8327-57D6E7D116E0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495384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4FA3ABD-810E-45C2-D23B-FC952830C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Основные данные: Спецификация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984E73B-A0FB-FA0D-9C2D-F89AA7A25B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Изделие может состоять из каких-то других материалов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08F2C0C-327B-4837-8A0E-4F88C8909C4B}"/>
              </a:ext>
            </a:extLst>
          </p:cNvPr>
          <p:cNvSpPr/>
          <p:nvPr/>
        </p:nvSpPr>
        <p:spPr>
          <a:xfrm>
            <a:off x="4832350" y="2935288"/>
            <a:ext cx="2343150" cy="5651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Шпангоут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633B0BEF-4AB7-7A45-9E71-BD766F29AC76}"/>
              </a:ext>
            </a:extLst>
          </p:cNvPr>
          <p:cNvSpPr/>
          <p:nvPr/>
        </p:nvSpPr>
        <p:spPr>
          <a:xfrm>
            <a:off x="1943100" y="4275931"/>
            <a:ext cx="2343150" cy="5651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Кольцевая заготовка </a:t>
            </a:r>
            <a:r>
              <a:rPr lang="ru-RU" dirty="0" err="1"/>
              <a:t>Рк</a:t>
            </a:r>
            <a:endParaRPr lang="ru-RU" dirty="0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19D9A72C-E1B0-EE32-302A-7A9A5E8ED90C}"/>
              </a:ext>
            </a:extLst>
          </p:cNvPr>
          <p:cNvSpPr/>
          <p:nvPr/>
        </p:nvSpPr>
        <p:spPr>
          <a:xfrm>
            <a:off x="4924425" y="4275931"/>
            <a:ext cx="2343150" cy="5651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Проволока АД1 1,4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3CA3249A-CB17-2C42-C6F8-625771AE9FA5}"/>
              </a:ext>
            </a:extLst>
          </p:cNvPr>
          <p:cNvSpPr/>
          <p:nvPr/>
        </p:nvSpPr>
        <p:spPr>
          <a:xfrm>
            <a:off x="7905750" y="4275931"/>
            <a:ext cx="2343150" cy="5651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Бумага оберточная марки Е</a:t>
            </a:r>
          </a:p>
        </p:txBody>
      </p:sp>
      <p:cxnSp>
        <p:nvCxnSpPr>
          <p:cNvPr id="9" name="Прямая со стрелкой 8">
            <a:extLst>
              <a:ext uri="{FF2B5EF4-FFF2-40B4-BE49-F238E27FC236}">
                <a16:creationId xmlns:a16="http://schemas.microsoft.com/office/drawing/2014/main" id="{547914C3-D451-3C11-3A91-7D8679CF25F6}"/>
              </a:ext>
            </a:extLst>
          </p:cNvPr>
          <p:cNvCxnSpPr/>
          <p:nvPr/>
        </p:nvCxnSpPr>
        <p:spPr>
          <a:xfrm flipH="1">
            <a:off x="3930650" y="3600450"/>
            <a:ext cx="482600" cy="4889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 стрелкой 9">
            <a:extLst>
              <a:ext uri="{FF2B5EF4-FFF2-40B4-BE49-F238E27FC236}">
                <a16:creationId xmlns:a16="http://schemas.microsoft.com/office/drawing/2014/main" id="{240ED63E-AF07-180B-24C3-27FC40807539}"/>
              </a:ext>
            </a:extLst>
          </p:cNvPr>
          <p:cNvCxnSpPr>
            <a:cxnSpLocks/>
          </p:cNvCxnSpPr>
          <p:nvPr/>
        </p:nvCxnSpPr>
        <p:spPr>
          <a:xfrm>
            <a:off x="5924550" y="3640137"/>
            <a:ext cx="0" cy="50085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 стрелкой 11">
            <a:extLst>
              <a:ext uri="{FF2B5EF4-FFF2-40B4-BE49-F238E27FC236}">
                <a16:creationId xmlns:a16="http://schemas.microsoft.com/office/drawing/2014/main" id="{5588A39D-6FB9-1D25-747B-9EB93C697B68}"/>
              </a:ext>
            </a:extLst>
          </p:cNvPr>
          <p:cNvCxnSpPr>
            <a:cxnSpLocks/>
          </p:cNvCxnSpPr>
          <p:nvPr/>
        </p:nvCxnSpPr>
        <p:spPr>
          <a:xfrm>
            <a:off x="7267575" y="3600450"/>
            <a:ext cx="638175" cy="4075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4E3FE9F8-41F4-3F1C-2D1F-EE55EE6BD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6D856-E34B-4586-8327-57D6E7D116E0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187797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BEE486-B35B-9DEE-7AAA-359F986F7B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F99F755-60D5-E591-878C-395A2460A7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Основные данные: Спецификация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7DDA0BA-B8B5-E36A-2210-F4C8FD41C4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Изделие может состоять из каких-то других материалов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2F3797C6-3464-AB46-CC28-D8E7847C0E6A}"/>
              </a:ext>
            </a:extLst>
          </p:cNvPr>
          <p:cNvSpPr/>
          <p:nvPr/>
        </p:nvSpPr>
        <p:spPr>
          <a:xfrm>
            <a:off x="4924425" y="2719826"/>
            <a:ext cx="2343150" cy="5651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Конденсатор сварной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A62B997E-AD96-C801-0779-62AD63CB77FC}"/>
              </a:ext>
            </a:extLst>
          </p:cNvPr>
          <p:cNvSpPr/>
          <p:nvPr/>
        </p:nvSpPr>
        <p:spPr>
          <a:xfrm>
            <a:off x="1943100" y="4089400"/>
            <a:ext cx="2343150" cy="5651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Змеевик конденсатора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29AFAAFD-CFB0-4A5F-4B67-F16384A75C1E}"/>
              </a:ext>
            </a:extLst>
          </p:cNvPr>
          <p:cNvSpPr/>
          <p:nvPr/>
        </p:nvSpPr>
        <p:spPr>
          <a:xfrm>
            <a:off x="4924425" y="4089400"/>
            <a:ext cx="2343150" cy="5651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Боковая панель гнутая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1713DC9A-1A44-BDDE-3620-371DD01DAB0E}"/>
              </a:ext>
            </a:extLst>
          </p:cNvPr>
          <p:cNvSpPr/>
          <p:nvPr/>
        </p:nvSpPr>
        <p:spPr>
          <a:xfrm>
            <a:off x="7905750" y="4089400"/>
            <a:ext cx="2343150" cy="5651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Профилированные жалюзи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9ED4EAB8-0A75-DC70-C7C9-E7BA54A1C533}"/>
              </a:ext>
            </a:extLst>
          </p:cNvPr>
          <p:cNvSpPr/>
          <p:nvPr/>
        </p:nvSpPr>
        <p:spPr>
          <a:xfrm>
            <a:off x="1943100" y="5299075"/>
            <a:ext cx="2343150" cy="5651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Квадратная заготовка</a:t>
            </a:r>
          </a:p>
        </p:txBody>
      </p:sp>
      <p:cxnSp>
        <p:nvCxnSpPr>
          <p:cNvPr id="11" name="Прямая со стрелкой 10">
            <a:extLst>
              <a:ext uri="{FF2B5EF4-FFF2-40B4-BE49-F238E27FC236}">
                <a16:creationId xmlns:a16="http://schemas.microsoft.com/office/drawing/2014/main" id="{4A3866F6-E2B2-696F-30F3-7F9AFCDD7147}"/>
              </a:ext>
            </a:extLst>
          </p:cNvPr>
          <p:cNvCxnSpPr>
            <a:cxnSpLocks/>
            <a:stCxn id="5" idx="2"/>
            <a:endCxn id="8" idx="0"/>
          </p:cNvCxnSpPr>
          <p:nvPr/>
        </p:nvCxnSpPr>
        <p:spPr>
          <a:xfrm>
            <a:off x="3114675" y="4654550"/>
            <a:ext cx="0" cy="64452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Соединитель: уступ 16">
            <a:extLst>
              <a:ext uri="{FF2B5EF4-FFF2-40B4-BE49-F238E27FC236}">
                <a16:creationId xmlns:a16="http://schemas.microsoft.com/office/drawing/2014/main" id="{0EDD8944-0AFB-3046-3094-6212A498680D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 rot="5400000">
            <a:off x="4203126" y="2196526"/>
            <a:ext cx="804424" cy="2981325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Соединитель: уступ 20">
            <a:extLst>
              <a:ext uri="{FF2B5EF4-FFF2-40B4-BE49-F238E27FC236}">
                <a16:creationId xmlns:a16="http://schemas.microsoft.com/office/drawing/2014/main" id="{8A5F3D55-2C59-EA53-B189-76EFED37B924}"/>
              </a:ext>
            </a:extLst>
          </p:cNvPr>
          <p:cNvCxnSpPr>
            <a:stCxn id="4" idx="2"/>
            <a:endCxn id="7" idx="0"/>
          </p:cNvCxnSpPr>
          <p:nvPr/>
        </p:nvCxnSpPr>
        <p:spPr>
          <a:xfrm rot="16200000" flipH="1">
            <a:off x="7184450" y="2196525"/>
            <a:ext cx="804424" cy="2981325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Прямая со стрелкой 25">
            <a:extLst>
              <a:ext uri="{FF2B5EF4-FFF2-40B4-BE49-F238E27FC236}">
                <a16:creationId xmlns:a16="http://schemas.microsoft.com/office/drawing/2014/main" id="{B920B3D1-7467-2EFD-9653-B1BC1038E084}"/>
              </a:ext>
            </a:extLst>
          </p:cNvPr>
          <p:cNvCxnSpPr>
            <a:stCxn id="4" idx="2"/>
            <a:endCxn id="6" idx="0"/>
          </p:cNvCxnSpPr>
          <p:nvPr/>
        </p:nvCxnSpPr>
        <p:spPr>
          <a:xfrm>
            <a:off x="6096000" y="3284976"/>
            <a:ext cx="0" cy="8044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2D907EBB-1120-7EE7-8229-5393E1FCC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6D856-E34B-4586-8327-57D6E7D116E0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15810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B2A456-6527-05CD-1944-9EBE2CACFF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A50F22B-6103-4DC3-38FF-79A25E8E9F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672" y="1608621"/>
            <a:ext cx="7293523" cy="2746438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BE772B5-3DFE-F7B3-FCC1-58B0293E9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6D856-E34B-4586-8327-57D6E7D116E0}" type="slidenum">
              <a:rPr lang="ru-RU" smtClean="0"/>
              <a:t>10</a:t>
            </a:fld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AD13A58-C4FC-15C2-658C-D8636FA6B9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7877" y="3300933"/>
            <a:ext cx="7343858" cy="3005434"/>
          </a:xfrm>
          <a:prstGeom prst="rect">
            <a:avLst/>
          </a:prstGeom>
        </p:spPr>
      </p:pic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D818E7B7-FFED-FC1C-B546-9A513834F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ru-RU" dirty="0"/>
              <a:t>Основные данные: Спецификация</a:t>
            </a:r>
          </a:p>
        </p:txBody>
      </p:sp>
    </p:spTree>
    <p:extLst>
      <p:ext uri="{BB962C8B-B14F-4D97-AF65-F5344CB8AC3E}">
        <p14:creationId xmlns:p14="http://schemas.microsoft.com/office/powerpoint/2010/main" val="15695530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C04F82-BA37-A476-771D-FB1403A695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Основные данные: Технологическая карта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C485A84-8E16-7723-D85F-1FFEDCB3AE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ТК  позволяют спланировать производство материалов (изделий).</a:t>
            </a:r>
          </a:p>
          <a:p>
            <a:r>
              <a:rPr lang="ru-RU" dirty="0"/>
              <a:t>ТК используются в качестве шаблона для производственных заказов.</a:t>
            </a:r>
          </a:p>
          <a:p>
            <a:r>
              <a:rPr lang="ru-RU" dirty="0"/>
              <a:t>Ряд последовательных действий, необходимых для создания данного изделия.</a:t>
            </a:r>
          </a:p>
          <a:p>
            <a:r>
              <a:rPr lang="ru-RU" dirty="0"/>
              <a:t>ТК отвечает на вопросы: что, где, когда, каким образом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3BE4AF7-A3BF-2CCB-3709-AC309E8717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6D856-E34B-4586-8327-57D6E7D116E0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48051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E9433ACD-5CFD-3B11-FA5A-F065931FC8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050" y="3643018"/>
            <a:ext cx="9925050" cy="2127837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32EB55-4CDF-BC36-23A3-C7EE520197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Основные данные: Технологическая карта</a:t>
            </a:r>
          </a:p>
        </p:txBody>
      </p:sp>
      <p:sp>
        <p:nvSpPr>
          <p:cNvPr id="5" name="Text Box 5">
            <a:extLst>
              <a:ext uri="{FF2B5EF4-FFF2-40B4-BE49-F238E27FC236}">
                <a16:creationId xmlns:a16="http://schemas.microsoft.com/office/drawing/2014/main" id="{B537554B-DF8A-6CCE-EDB3-BC28503763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47825" y="1892300"/>
            <a:ext cx="1177925" cy="317500"/>
          </a:xfrm>
          <a:prstGeom prst="rect">
            <a:avLst/>
          </a:prstGeom>
          <a:solidFill>
            <a:schemeClr val="accent1"/>
          </a:solidFill>
          <a:ln w="12700" algn="ctr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  <a:buClrTx/>
              <a:buFontTx/>
              <a:buNone/>
            </a:pPr>
            <a:r>
              <a:rPr lang="ru-RU" altLang="ru-RU" sz="1400" b="0" dirty="0">
                <a:solidFill>
                  <a:schemeClr val="bg1"/>
                </a:solidFill>
              </a:rPr>
              <a:t>Операция</a:t>
            </a:r>
            <a:endParaRPr lang="en-US" altLang="ru-RU" sz="1400" b="0" dirty="0">
              <a:solidFill>
                <a:schemeClr val="bg1"/>
              </a:solidFill>
            </a:endParaRPr>
          </a:p>
        </p:txBody>
      </p:sp>
      <p:sp>
        <p:nvSpPr>
          <p:cNvPr id="6" name="Text Box 6">
            <a:extLst>
              <a:ext uri="{FF2B5EF4-FFF2-40B4-BE49-F238E27FC236}">
                <a16:creationId xmlns:a16="http://schemas.microsoft.com/office/drawing/2014/main" id="{4AF24181-F42D-F5B6-66E1-2675430C45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3625" y="2425700"/>
            <a:ext cx="1676400" cy="317500"/>
          </a:xfrm>
          <a:prstGeom prst="rect">
            <a:avLst/>
          </a:prstGeom>
          <a:solidFill>
            <a:schemeClr val="accent1"/>
          </a:solidFill>
          <a:ln w="12700" algn="ctr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  <a:buClrTx/>
              <a:buFontTx/>
              <a:buNone/>
            </a:pPr>
            <a:r>
              <a:rPr lang="ru-RU" altLang="ru-RU" sz="1400" b="0">
                <a:solidFill>
                  <a:schemeClr val="bg1"/>
                </a:solidFill>
              </a:rPr>
              <a:t>Рабочее место</a:t>
            </a:r>
            <a:endParaRPr lang="en-US" altLang="ru-RU" sz="1400" b="0">
              <a:solidFill>
                <a:schemeClr val="bg1"/>
              </a:solidFill>
            </a:endParaRPr>
          </a:p>
        </p:txBody>
      </p:sp>
      <p:sp>
        <p:nvSpPr>
          <p:cNvPr id="7" name="Text Box 7">
            <a:extLst>
              <a:ext uri="{FF2B5EF4-FFF2-40B4-BE49-F238E27FC236}">
                <a16:creationId xmlns:a16="http://schemas.microsoft.com/office/drawing/2014/main" id="{9536FB35-AEB9-42DF-88D1-A4C93EA524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05225" y="1892300"/>
            <a:ext cx="1406525" cy="317500"/>
          </a:xfrm>
          <a:prstGeom prst="rect">
            <a:avLst/>
          </a:prstGeom>
          <a:solidFill>
            <a:schemeClr val="accent1"/>
          </a:solidFill>
          <a:ln w="12700" algn="ctr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  <a:buClrTx/>
              <a:buFontTx/>
              <a:buNone/>
            </a:pPr>
            <a:r>
              <a:rPr lang="ru-RU" altLang="ru-RU" sz="1400" b="0">
                <a:solidFill>
                  <a:schemeClr val="bg1"/>
                </a:solidFill>
              </a:rPr>
              <a:t>Завод</a:t>
            </a:r>
            <a:endParaRPr lang="en-US" altLang="ru-RU" sz="1400" b="0">
              <a:solidFill>
                <a:schemeClr val="bg1"/>
              </a:solidFill>
            </a:endParaRPr>
          </a:p>
        </p:txBody>
      </p:sp>
      <p:sp>
        <p:nvSpPr>
          <p:cNvPr id="8" name="Text Box 8">
            <a:extLst>
              <a:ext uri="{FF2B5EF4-FFF2-40B4-BE49-F238E27FC236}">
                <a16:creationId xmlns:a16="http://schemas.microsoft.com/office/drawing/2014/main" id="{7317BBE0-75A0-DFDF-1829-A4DD384F45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26000" y="2982913"/>
            <a:ext cx="1701800" cy="317500"/>
          </a:xfrm>
          <a:prstGeom prst="rect">
            <a:avLst/>
          </a:prstGeom>
          <a:solidFill>
            <a:schemeClr val="accent1"/>
          </a:solidFill>
          <a:ln w="12700" algn="ctr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  <a:buClrTx/>
              <a:buFontTx/>
              <a:buNone/>
            </a:pPr>
            <a:r>
              <a:rPr lang="ru-RU" altLang="ru-RU" sz="1400" b="0">
                <a:solidFill>
                  <a:schemeClr val="bg1"/>
                </a:solidFill>
              </a:rPr>
              <a:t>Ключ обработки</a:t>
            </a:r>
            <a:endParaRPr lang="en-US" altLang="ru-RU" sz="1400" b="0">
              <a:solidFill>
                <a:schemeClr val="bg1"/>
              </a:solidFill>
            </a:endParaRPr>
          </a:p>
        </p:txBody>
      </p:sp>
      <p:sp>
        <p:nvSpPr>
          <p:cNvPr id="9" name="Text Box 9">
            <a:extLst>
              <a:ext uri="{FF2B5EF4-FFF2-40B4-BE49-F238E27FC236}">
                <a16:creationId xmlns:a16="http://schemas.microsoft.com/office/drawing/2014/main" id="{C69DC8A3-B856-4FE4-47A3-3383CD9B52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11938" y="3054350"/>
            <a:ext cx="1524000" cy="317500"/>
          </a:xfrm>
          <a:prstGeom prst="rect">
            <a:avLst/>
          </a:prstGeom>
          <a:solidFill>
            <a:schemeClr val="accent1"/>
          </a:solidFill>
          <a:ln w="12700" algn="ctr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  <a:buClrTx/>
              <a:buFontTx/>
              <a:buNone/>
            </a:pPr>
            <a:r>
              <a:rPr lang="ru-RU" altLang="ru-RU" sz="1400" b="0">
                <a:solidFill>
                  <a:schemeClr val="bg1"/>
                </a:solidFill>
              </a:rPr>
              <a:t>Описание</a:t>
            </a:r>
            <a:endParaRPr lang="en-US" altLang="ru-RU" sz="1400" b="0">
              <a:solidFill>
                <a:schemeClr val="bg1"/>
              </a:solidFill>
            </a:endParaRPr>
          </a:p>
        </p:txBody>
      </p:sp>
      <p:sp>
        <p:nvSpPr>
          <p:cNvPr id="10" name="Text Box 10">
            <a:extLst>
              <a:ext uri="{FF2B5EF4-FFF2-40B4-BE49-F238E27FC236}">
                <a16:creationId xmlns:a16="http://schemas.microsoft.com/office/drawing/2014/main" id="{CFDC0567-467D-336B-0A27-9ABCB9E978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40600" y="2406650"/>
            <a:ext cx="2000250" cy="530225"/>
          </a:xfrm>
          <a:prstGeom prst="rect">
            <a:avLst/>
          </a:prstGeom>
          <a:solidFill>
            <a:schemeClr val="accent1"/>
          </a:solidFill>
          <a:ln w="12700" algn="ctr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  <a:buClrTx/>
              <a:buFontTx/>
              <a:buNone/>
            </a:pPr>
            <a:r>
              <a:rPr lang="ru-RU" altLang="ru-RU" sz="1400" b="0">
                <a:solidFill>
                  <a:schemeClr val="bg1"/>
                </a:solidFill>
              </a:rPr>
              <a:t>Время и ед. измерения</a:t>
            </a:r>
            <a:endParaRPr lang="en-US" altLang="ru-RU" sz="1400" b="0">
              <a:solidFill>
                <a:schemeClr val="bg1"/>
              </a:solidFill>
            </a:endParaRPr>
          </a:p>
        </p:txBody>
      </p:sp>
      <p:sp>
        <p:nvSpPr>
          <p:cNvPr id="11" name="Text Box 11">
            <a:extLst>
              <a:ext uri="{FF2B5EF4-FFF2-40B4-BE49-F238E27FC236}">
                <a16:creationId xmlns:a16="http://schemas.microsoft.com/office/drawing/2014/main" id="{E4DBC3AC-E428-2EE2-0ED1-B99BF0CFF6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01025" y="1911350"/>
            <a:ext cx="1828800" cy="317500"/>
          </a:xfrm>
          <a:prstGeom prst="rect">
            <a:avLst/>
          </a:prstGeom>
          <a:solidFill>
            <a:schemeClr val="accent1"/>
          </a:solidFill>
          <a:ln w="12700" algn="ctr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  <a:buClrTx/>
              <a:buFontTx/>
              <a:buNone/>
            </a:pPr>
            <a:r>
              <a:rPr lang="ru-RU" altLang="ru-RU" sz="1400" b="0">
                <a:solidFill>
                  <a:schemeClr val="bg1"/>
                </a:solidFill>
              </a:rPr>
              <a:t>Вид работ</a:t>
            </a:r>
            <a:endParaRPr lang="en-US" altLang="ru-RU" sz="1400" b="0">
              <a:solidFill>
                <a:schemeClr val="bg1"/>
              </a:solidFill>
            </a:endParaRPr>
          </a:p>
        </p:txBody>
      </p:sp>
      <p:sp>
        <p:nvSpPr>
          <p:cNvPr id="12" name="Line 12">
            <a:extLst>
              <a:ext uri="{FF2B5EF4-FFF2-40B4-BE49-F238E27FC236}">
                <a16:creationId xmlns:a16="http://schemas.microsoft.com/office/drawing/2014/main" id="{BEF83E6B-5D69-614A-037B-75A75F3BB54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300163" y="2333625"/>
            <a:ext cx="852487" cy="24669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13" name="Line 13">
            <a:extLst>
              <a:ext uri="{FF2B5EF4-FFF2-40B4-BE49-F238E27FC236}">
                <a16:creationId xmlns:a16="http://schemas.microsoft.com/office/drawing/2014/main" id="{45099909-84A4-71CB-FC3B-7AFB60767E9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982789" y="2838450"/>
            <a:ext cx="1177924" cy="19621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14" name="Line 14">
            <a:extLst>
              <a:ext uri="{FF2B5EF4-FFF2-40B4-BE49-F238E27FC236}">
                <a16:creationId xmlns:a16="http://schemas.microsoft.com/office/drawing/2014/main" id="{9EDC6687-C0BF-E0BF-ECC6-55177A92B2D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466976" y="2349500"/>
            <a:ext cx="2000249" cy="24669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15" name="Line 15">
            <a:extLst>
              <a:ext uri="{FF2B5EF4-FFF2-40B4-BE49-F238E27FC236}">
                <a16:creationId xmlns:a16="http://schemas.microsoft.com/office/drawing/2014/main" id="{1A0872FC-8783-7FB1-9717-37E78B86226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835276" y="3340100"/>
            <a:ext cx="2133598" cy="14605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16" name="Line 16">
            <a:extLst>
              <a:ext uri="{FF2B5EF4-FFF2-40B4-BE49-F238E27FC236}">
                <a16:creationId xmlns:a16="http://schemas.microsoft.com/office/drawing/2014/main" id="{9947DBB0-B55F-7FC7-D43C-504D38F248F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962399" y="3340100"/>
            <a:ext cx="2651125" cy="14763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17" name="Line 17">
            <a:extLst>
              <a:ext uri="{FF2B5EF4-FFF2-40B4-BE49-F238E27FC236}">
                <a16:creationId xmlns:a16="http://schemas.microsoft.com/office/drawing/2014/main" id="{776555E8-5AF3-5B90-ED22-50479F6FA65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788151" y="2982913"/>
            <a:ext cx="1701799" cy="176688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18" name="Line 18">
            <a:extLst>
              <a:ext uri="{FF2B5EF4-FFF2-40B4-BE49-F238E27FC236}">
                <a16:creationId xmlns:a16="http://schemas.microsoft.com/office/drawing/2014/main" id="{7B108FA1-EFB7-4039-A442-95612C328D8A}"/>
              </a:ext>
            </a:extLst>
          </p:cNvPr>
          <p:cNvSpPr>
            <a:spLocks noChangeShapeType="1"/>
          </p:cNvSpPr>
          <p:nvPr/>
        </p:nvSpPr>
        <p:spPr bwMode="auto">
          <a:xfrm>
            <a:off x="9790113" y="2333625"/>
            <a:ext cx="490538" cy="24669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6F268B61-C3AE-6879-E19E-15A0C9AA96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6D856-E34B-4586-8327-57D6E7D116E0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912194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1CD1B0-74F3-B20F-1807-CBA1A316E2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Технологическая Карта. </a:t>
            </a:r>
            <a:br>
              <a:rPr lang="ru-RU" dirty="0"/>
            </a:br>
            <a:r>
              <a:rPr lang="ru-RU" dirty="0"/>
              <a:t>Связь с компонентами спецификации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C0DE11B-6106-7684-FBCF-9DCB9A33CF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7031" y="2704295"/>
            <a:ext cx="8601138" cy="3000397"/>
          </a:xfrm>
          <a:prstGeom prst="rect">
            <a:avLst/>
          </a:prstGeom>
        </p:spPr>
      </p:pic>
      <p:sp>
        <p:nvSpPr>
          <p:cNvPr id="5" name="Text Box 5">
            <a:extLst>
              <a:ext uri="{FF2B5EF4-FFF2-40B4-BE49-F238E27FC236}">
                <a16:creationId xmlns:a16="http://schemas.microsoft.com/office/drawing/2014/main" id="{4708974A-7F34-47B2-58EE-0DD413C4EE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49525" y="1997859"/>
            <a:ext cx="1177925" cy="307777"/>
          </a:xfrm>
          <a:prstGeom prst="rect">
            <a:avLst/>
          </a:prstGeom>
          <a:solidFill>
            <a:schemeClr val="accent1"/>
          </a:solidFill>
          <a:ln w="12700" algn="ctr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  <a:buClrTx/>
              <a:buFontTx/>
              <a:buNone/>
            </a:pPr>
            <a:r>
              <a:rPr lang="ru-RU" altLang="ru-RU" sz="1400" dirty="0">
                <a:solidFill>
                  <a:schemeClr val="bg1"/>
                </a:solidFill>
              </a:rPr>
              <a:t>Компонент</a:t>
            </a:r>
            <a:endParaRPr lang="en-US" altLang="ru-RU" sz="1400" b="0" dirty="0">
              <a:solidFill>
                <a:schemeClr val="bg1"/>
              </a:solidFill>
            </a:endParaRPr>
          </a:p>
        </p:txBody>
      </p:sp>
      <p:sp>
        <p:nvSpPr>
          <p:cNvPr id="6" name="Line 12">
            <a:extLst>
              <a:ext uri="{FF2B5EF4-FFF2-40B4-BE49-F238E27FC236}">
                <a16:creationId xmlns:a16="http://schemas.microsoft.com/office/drawing/2014/main" id="{31463005-0C2F-4D5D-159B-46532DCAC564}"/>
              </a:ext>
            </a:extLst>
          </p:cNvPr>
          <p:cNvSpPr>
            <a:spLocks noChangeShapeType="1"/>
          </p:cNvSpPr>
          <p:nvPr/>
        </p:nvSpPr>
        <p:spPr bwMode="auto">
          <a:xfrm>
            <a:off x="3138486" y="2384426"/>
            <a:ext cx="474663" cy="2073276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7" name="Text Box 5">
            <a:extLst>
              <a:ext uri="{FF2B5EF4-FFF2-40B4-BE49-F238E27FC236}">
                <a16:creationId xmlns:a16="http://schemas.microsoft.com/office/drawing/2014/main" id="{D7DE7FF9-8FA8-ED5A-4A09-F03A459200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81875" y="1927224"/>
            <a:ext cx="1177925" cy="317500"/>
          </a:xfrm>
          <a:prstGeom prst="rect">
            <a:avLst/>
          </a:prstGeom>
          <a:solidFill>
            <a:schemeClr val="accent1"/>
          </a:solidFill>
          <a:ln w="12700" algn="ctr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  <a:buClrTx/>
              <a:buFontTx/>
              <a:buNone/>
            </a:pPr>
            <a:r>
              <a:rPr lang="ru-RU" altLang="ru-RU" sz="1400" b="0" dirty="0">
                <a:solidFill>
                  <a:schemeClr val="bg1"/>
                </a:solidFill>
              </a:rPr>
              <a:t>Операция</a:t>
            </a:r>
            <a:endParaRPr lang="en-US" altLang="ru-RU" sz="1400" b="0" dirty="0">
              <a:solidFill>
                <a:schemeClr val="bg1"/>
              </a:solidFill>
            </a:endParaRPr>
          </a:p>
        </p:txBody>
      </p:sp>
      <p:sp>
        <p:nvSpPr>
          <p:cNvPr id="8" name="Line 12">
            <a:extLst>
              <a:ext uri="{FF2B5EF4-FFF2-40B4-BE49-F238E27FC236}">
                <a16:creationId xmlns:a16="http://schemas.microsoft.com/office/drawing/2014/main" id="{DA8DDCFD-526B-7CCB-565C-B1186028E95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915150" y="2346718"/>
            <a:ext cx="971550" cy="2110984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FE2293B9-E315-0F17-2270-FB2D55EDD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6D856-E34B-4586-8327-57D6E7D116E0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819015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8B49FC-D543-CD41-8549-9542C7895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Вариант изготовления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048D944-8956-7503-55EF-B96FC9B3EA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717" y="1539079"/>
            <a:ext cx="5858934" cy="4953796"/>
          </a:xfrm>
          <a:prstGeom prst="rect">
            <a:avLst/>
          </a:prstGeom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AFCEAB67-CC8C-6566-9636-9DC319763AD2}"/>
              </a:ext>
            </a:extLst>
          </p:cNvPr>
          <p:cNvSpPr/>
          <p:nvPr/>
        </p:nvSpPr>
        <p:spPr>
          <a:xfrm>
            <a:off x="2374900" y="4835525"/>
            <a:ext cx="4210050" cy="8001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F9B828AC-8191-3440-0BC2-0D1CD9793A90}"/>
              </a:ext>
            </a:extLst>
          </p:cNvPr>
          <p:cNvSpPr/>
          <p:nvPr/>
        </p:nvSpPr>
        <p:spPr>
          <a:xfrm>
            <a:off x="2374900" y="5664200"/>
            <a:ext cx="4210050" cy="5016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58ACDFF-6F53-91EC-0D4A-D8D91908AE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9301" y="2399506"/>
            <a:ext cx="4552573" cy="3384550"/>
          </a:xfrm>
          <a:prstGeom prst="rect">
            <a:avLst/>
          </a:prstGeom>
        </p:spPr>
      </p:pic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4E9A6E08-607C-FFF5-8213-610FA101ADE6}"/>
              </a:ext>
            </a:extLst>
          </p:cNvPr>
          <p:cNvSpPr/>
          <p:nvPr/>
        </p:nvSpPr>
        <p:spPr>
          <a:xfrm>
            <a:off x="8509000" y="4737100"/>
            <a:ext cx="2330450" cy="29845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DE01FC0-36F0-5BB4-B4FC-41C2AABB6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6D856-E34B-4586-8327-57D6E7D116E0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950407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0B0489D-73AA-AAB2-04E9-E909BFC6FF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Производство в </a:t>
            </a:r>
            <a:r>
              <a:rPr lang="en-US" dirty="0"/>
              <a:t>ERP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F65213B-EB6F-595C-AC91-6577C1F5E8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603375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SAP подразделяет производство на несколько процессов</a:t>
            </a:r>
          </a:p>
          <a:p>
            <a:r>
              <a:rPr lang="ru-RU" dirty="0"/>
              <a:t>Планирование производства</a:t>
            </a:r>
          </a:p>
          <a:p>
            <a:r>
              <a:rPr lang="ru-RU" dirty="0"/>
              <a:t>Выполнение производства</a:t>
            </a:r>
          </a:p>
          <a:p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28CB8F12-0663-8426-B011-13EDDA1297F4}"/>
              </a:ext>
            </a:extLst>
          </p:cNvPr>
          <p:cNvSpPr/>
          <p:nvPr/>
        </p:nvSpPr>
        <p:spPr>
          <a:xfrm>
            <a:off x="749300" y="3962400"/>
            <a:ext cx="2051050" cy="927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Заказы клиента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3AB02AB2-4936-45D1-CA39-7862CCA30CEF}"/>
              </a:ext>
            </a:extLst>
          </p:cNvPr>
          <p:cNvSpPr/>
          <p:nvPr/>
        </p:nvSpPr>
        <p:spPr>
          <a:xfrm>
            <a:off x="3425825" y="3962400"/>
            <a:ext cx="2324100" cy="927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Планирование производства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56198DF1-B4B7-C5ED-23E6-722D75BF7459}"/>
              </a:ext>
            </a:extLst>
          </p:cNvPr>
          <p:cNvSpPr/>
          <p:nvPr/>
        </p:nvSpPr>
        <p:spPr>
          <a:xfrm>
            <a:off x="6375400" y="3962400"/>
            <a:ext cx="2324100" cy="927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Выполнение производства</a:t>
            </a:r>
          </a:p>
        </p:txBody>
      </p:sp>
      <p:cxnSp>
        <p:nvCxnSpPr>
          <p:cNvPr id="8" name="Прямая со стрелкой 7">
            <a:extLst>
              <a:ext uri="{FF2B5EF4-FFF2-40B4-BE49-F238E27FC236}">
                <a16:creationId xmlns:a16="http://schemas.microsoft.com/office/drawing/2014/main" id="{22C7BB64-A919-9B22-B25E-17619837039F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>
            <a:off x="2800350" y="4425950"/>
            <a:ext cx="62547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B8AD664F-08B1-7C58-7140-9E4FF87C3300}"/>
              </a:ext>
            </a:extLst>
          </p:cNvPr>
          <p:cNvSpPr/>
          <p:nvPr/>
        </p:nvSpPr>
        <p:spPr>
          <a:xfrm>
            <a:off x="9324975" y="3962400"/>
            <a:ext cx="2324100" cy="927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Поставка изделия заказчику</a:t>
            </a:r>
          </a:p>
        </p:txBody>
      </p:sp>
      <p:cxnSp>
        <p:nvCxnSpPr>
          <p:cNvPr id="14" name="Прямая со стрелкой 13">
            <a:extLst>
              <a:ext uri="{FF2B5EF4-FFF2-40B4-BE49-F238E27FC236}">
                <a16:creationId xmlns:a16="http://schemas.microsoft.com/office/drawing/2014/main" id="{1F5E7E85-D155-7FDE-A834-31F793EACCB5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5749925" y="4425950"/>
            <a:ext cx="62547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 стрелкой 16">
            <a:extLst>
              <a:ext uri="{FF2B5EF4-FFF2-40B4-BE49-F238E27FC236}">
                <a16:creationId xmlns:a16="http://schemas.microsoft.com/office/drawing/2014/main" id="{1C5E53AA-41B0-76D1-65C6-4810F32D998D}"/>
              </a:ext>
            </a:extLst>
          </p:cNvPr>
          <p:cNvCxnSpPr>
            <a:cxnSpLocks/>
            <a:stCxn id="6" idx="3"/>
            <a:endCxn id="11" idx="1"/>
          </p:cNvCxnSpPr>
          <p:nvPr/>
        </p:nvCxnSpPr>
        <p:spPr>
          <a:xfrm>
            <a:off x="8699500" y="4425950"/>
            <a:ext cx="62547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9422A78-4FDB-7CC0-BE5D-B99B2DD35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6D856-E34B-4586-8327-57D6E7D116E0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936954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BBA0B2-B47A-DD23-F2E3-7BBE07C486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52C0529-7D5B-CF8D-C086-6858412258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36633"/>
          </a:xfrm>
        </p:spPr>
        <p:txBody>
          <a:bodyPr/>
          <a:lstStyle/>
          <a:p>
            <a:r>
              <a:rPr lang="ru-RU" dirty="0"/>
              <a:t>Выполнение производства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DFC396B-47B4-6772-F0E9-A7348D07884B}"/>
              </a:ext>
            </a:extLst>
          </p:cNvPr>
          <p:cNvSpPr/>
          <p:nvPr/>
        </p:nvSpPr>
        <p:spPr>
          <a:xfrm>
            <a:off x="622300" y="1530350"/>
            <a:ext cx="2051050" cy="927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Заказы клиента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F84044B4-4A9E-F8B8-EEB2-3B768347331C}"/>
              </a:ext>
            </a:extLst>
          </p:cNvPr>
          <p:cNvSpPr/>
          <p:nvPr/>
        </p:nvSpPr>
        <p:spPr>
          <a:xfrm>
            <a:off x="3298825" y="1530350"/>
            <a:ext cx="2324100" cy="927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Планирование производства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FBD4240B-106B-7A55-FFD1-C39872E48603}"/>
              </a:ext>
            </a:extLst>
          </p:cNvPr>
          <p:cNvSpPr/>
          <p:nvPr/>
        </p:nvSpPr>
        <p:spPr>
          <a:xfrm>
            <a:off x="6248400" y="1530350"/>
            <a:ext cx="2324100" cy="927100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Выполнение производства</a:t>
            </a:r>
          </a:p>
        </p:txBody>
      </p:sp>
      <p:cxnSp>
        <p:nvCxnSpPr>
          <p:cNvPr id="8" name="Прямая со стрелкой 7">
            <a:extLst>
              <a:ext uri="{FF2B5EF4-FFF2-40B4-BE49-F238E27FC236}">
                <a16:creationId xmlns:a16="http://schemas.microsoft.com/office/drawing/2014/main" id="{40AF4BCB-6692-3615-0C8E-A27E54483D71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>
            <a:off x="2673350" y="1993900"/>
            <a:ext cx="62547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B3B51BA8-1856-A7DC-9E73-0842F678DD13}"/>
              </a:ext>
            </a:extLst>
          </p:cNvPr>
          <p:cNvSpPr/>
          <p:nvPr/>
        </p:nvSpPr>
        <p:spPr>
          <a:xfrm>
            <a:off x="9197975" y="1530350"/>
            <a:ext cx="2324100" cy="927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Поставка изделия заказчику</a:t>
            </a:r>
          </a:p>
        </p:txBody>
      </p:sp>
      <p:cxnSp>
        <p:nvCxnSpPr>
          <p:cNvPr id="14" name="Прямая со стрелкой 13">
            <a:extLst>
              <a:ext uri="{FF2B5EF4-FFF2-40B4-BE49-F238E27FC236}">
                <a16:creationId xmlns:a16="http://schemas.microsoft.com/office/drawing/2014/main" id="{066DE126-E563-58C3-004E-78695A5EA05A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5622925" y="1993900"/>
            <a:ext cx="62547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 стрелкой 16">
            <a:extLst>
              <a:ext uri="{FF2B5EF4-FFF2-40B4-BE49-F238E27FC236}">
                <a16:creationId xmlns:a16="http://schemas.microsoft.com/office/drawing/2014/main" id="{91DAFA50-B59A-AFE1-EA39-AB397B62D558}"/>
              </a:ext>
            </a:extLst>
          </p:cNvPr>
          <p:cNvCxnSpPr>
            <a:cxnSpLocks/>
            <a:stCxn id="6" idx="3"/>
            <a:endCxn id="11" idx="1"/>
          </p:cNvCxnSpPr>
          <p:nvPr/>
        </p:nvCxnSpPr>
        <p:spPr>
          <a:xfrm>
            <a:off x="8572500" y="1993900"/>
            <a:ext cx="62547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AAF8F8B7-AA78-78C8-7982-E9C50FC5C4AD}"/>
              </a:ext>
            </a:extLst>
          </p:cNvPr>
          <p:cNvSpPr/>
          <p:nvPr/>
        </p:nvSpPr>
        <p:spPr>
          <a:xfrm>
            <a:off x="425450" y="3765550"/>
            <a:ext cx="2247900" cy="927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Создание производственного заказа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E82408ED-5B54-098F-71F3-70EA504E7EE0}"/>
              </a:ext>
            </a:extLst>
          </p:cNvPr>
          <p:cNvSpPr/>
          <p:nvPr/>
        </p:nvSpPr>
        <p:spPr>
          <a:xfrm>
            <a:off x="6142037" y="3765550"/>
            <a:ext cx="2324100" cy="927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Списание требуемых материалов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DC5836D7-4AF0-281E-487D-18518538C05B}"/>
              </a:ext>
            </a:extLst>
          </p:cNvPr>
          <p:cNvSpPr/>
          <p:nvPr/>
        </p:nvSpPr>
        <p:spPr>
          <a:xfrm>
            <a:off x="9124949" y="3765550"/>
            <a:ext cx="2324100" cy="927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Регистрация факта выполнения работ</a:t>
            </a:r>
          </a:p>
        </p:txBody>
      </p:sp>
      <p:cxnSp>
        <p:nvCxnSpPr>
          <p:cNvPr id="19" name="Прямая со стрелкой 18">
            <a:extLst>
              <a:ext uri="{FF2B5EF4-FFF2-40B4-BE49-F238E27FC236}">
                <a16:creationId xmlns:a16="http://schemas.microsoft.com/office/drawing/2014/main" id="{C6A94B04-25C5-4F61-A7C8-98EE20A847FB}"/>
              </a:ext>
            </a:extLst>
          </p:cNvPr>
          <p:cNvCxnSpPr>
            <a:cxnSpLocks/>
            <a:stCxn id="26" idx="3"/>
            <a:endCxn id="16" idx="1"/>
          </p:cNvCxnSpPr>
          <p:nvPr/>
        </p:nvCxnSpPr>
        <p:spPr>
          <a:xfrm>
            <a:off x="5483225" y="4229100"/>
            <a:ext cx="65881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207B6325-9BAB-88A4-EFD7-15443A2F3CBA}"/>
              </a:ext>
            </a:extLst>
          </p:cNvPr>
          <p:cNvSpPr/>
          <p:nvPr/>
        </p:nvSpPr>
        <p:spPr>
          <a:xfrm>
            <a:off x="6016624" y="5238750"/>
            <a:ext cx="2324100" cy="927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Выпуск изготовленной продукции</a:t>
            </a:r>
          </a:p>
        </p:txBody>
      </p:sp>
      <p:cxnSp>
        <p:nvCxnSpPr>
          <p:cNvPr id="21" name="Прямая со стрелкой 20">
            <a:extLst>
              <a:ext uri="{FF2B5EF4-FFF2-40B4-BE49-F238E27FC236}">
                <a16:creationId xmlns:a16="http://schemas.microsoft.com/office/drawing/2014/main" id="{97993571-72E4-7E4A-0943-9586220E3D5D}"/>
              </a:ext>
            </a:extLst>
          </p:cNvPr>
          <p:cNvCxnSpPr>
            <a:cxnSpLocks/>
            <a:stCxn id="16" idx="3"/>
            <a:endCxn id="18" idx="1"/>
          </p:cNvCxnSpPr>
          <p:nvPr/>
        </p:nvCxnSpPr>
        <p:spPr>
          <a:xfrm>
            <a:off x="8466137" y="4229100"/>
            <a:ext cx="65881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28597FE4-8172-A8B6-9A0B-012EBC4ACCC4}"/>
              </a:ext>
            </a:extLst>
          </p:cNvPr>
          <p:cNvSpPr/>
          <p:nvPr/>
        </p:nvSpPr>
        <p:spPr>
          <a:xfrm>
            <a:off x="3159125" y="3765550"/>
            <a:ext cx="2324100" cy="927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Передача заказа в работу (деблокирование)</a:t>
            </a:r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5582B27D-B0D6-901A-7681-FA208FBA5587}"/>
              </a:ext>
            </a:extLst>
          </p:cNvPr>
          <p:cNvSpPr/>
          <p:nvPr/>
        </p:nvSpPr>
        <p:spPr>
          <a:xfrm>
            <a:off x="9124949" y="5238750"/>
            <a:ext cx="2324100" cy="9271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Техническое закрытие заказа</a:t>
            </a:r>
          </a:p>
        </p:txBody>
      </p:sp>
      <p:cxnSp>
        <p:nvCxnSpPr>
          <p:cNvPr id="29" name="Прямая со стрелкой 28">
            <a:extLst>
              <a:ext uri="{FF2B5EF4-FFF2-40B4-BE49-F238E27FC236}">
                <a16:creationId xmlns:a16="http://schemas.microsoft.com/office/drawing/2014/main" id="{636C2D07-E146-481F-85CD-13BD28A07EB4}"/>
              </a:ext>
            </a:extLst>
          </p:cNvPr>
          <p:cNvCxnSpPr>
            <a:cxnSpLocks/>
            <a:stCxn id="15" idx="3"/>
            <a:endCxn id="26" idx="1"/>
          </p:cNvCxnSpPr>
          <p:nvPr/>
        </p:nvCxnSpPr>
        <p:spPr>
          <a:xfrm>
            <a:off x="2673350" y="4229100"/>
            <a:ext cx="48577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Соединитель: уступ 41">
            <a:extLst>
              <a:ext uri="{FF2B5EF4-FFF2-40B4-BE49-F238E27FC236}">
                <a16:creationId xmlns:a16="http://schemas.microsoft.com/office/drawing/2014/main" id="{1830D6AB-8AB7-7D58-510F-6C166E084C0C}"/>
              </a:ext>
            </a:extLst>
          </p:cNvPr>
          <p:cNvCxnSpPr>
            <a:stCxn id="18" idx="3"/>
            <a:endCxn id="20" idx="1"/>
          </p:cNvCxnSpPr>
          <p:nvPr/>
        </p:nvCxnSpPr>
        <p:spPr>
          <a:xfrm flipH="1">
            <a:off x="6016624" y="4229100"/>
            <a:ext cx="5432425" cy="1473200"/>
          </a:xfrm>
          <a:prstGeom prst="bentConnector5">
            <a:avLst>
              <a:gd name="adj1" fmla="val -4208"/>
              <a:gd name="adj2" fmla="val 50000"/>
              <a:gd name="adj3" fmla="val 104208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Прямая со стрелкой 42">
            <a:extLst>
              <a:ext uri="{FF2B5EF4-FFF2-40B4-BE49-F238E27FC236}">
                <a16:creationId xmlns:a16="http://schemas.microsoft.com/office/drawing/2014/main" id="{6D84EBA3-80C3-CBC7-FE4C-3039BB0BD323}"/>
              </a:ext>
            </a:extLst>
          </p:cNvPr>
          <p:cNvCxnSpPr>
            <a:cxnSpLocks/>
            <a:stCxn id="20" idx="3"/>
            <a:endCxn id="27" idx="1"/>
          </p:cNvCxnSpPr>
          <p:nvPr/>
        </p:nvCxnSpPr>
        <p:spPr>
          <a:xfrm>
            <a:off x="8340724" y="5702300"/>
            <a:ext cx="78422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Прямоугольник 47">
            <a:extLst>
              <a:ext uri="{FF2B5EF4-FFF2-40B4-BE49-F238E27FC236}">
                <a16:creationId xmlns:a16="http://schemas.microsoft.com/office/drawing/2014/main" id="{1117D594-EABE-7052-A8C3-038CE910A514}"/>
              </a:ext>
            </a:extLst>
          </p:cNvPr>
          <p:cNvSpPr/>
          <p:nvPr/>
        </p:nvSpPr>
        <p:spPr>
          <a:xfrm>
            <a:off x="254000" y="3454400"/>
            <a:ext cx="11569700" cy="294004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50" name="Прямая соединительная линия 49">
            <a:extLst>
              <a:ext uri="{FF2B5EF4-FFF2-40B4-BE49-F238E27FC236}">
                <a16:creationId xmlns:a16="http://schemas.microsoft.com/office/drawing/2014/main" id="{E0906E78-01BE-D496-55D7-C9F107323251}"/>
              </a:ext>
            </a:extLst>
          </p:cNvPr>
          <p:cNvCxnSpPr/>
          <p:nvPr/>
        </p:nvCxnSpPr>
        <p:spPr>
          <a:xfrm flipH="1">
            <a:off x="298450" y="2457450"/>
            <a:ext cx="5949950" cy="984250"/>
          </a:xfrm>
          <a:prstGeom prst="line">
            <a:avLst/>
          </a:prstGeom>
          <a:ln>
            <a:solidFill>
              <a:schemeClr val="tx1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Прямая соединительная линия 50">
            <a:extLst>
              <a:ext uri="{FF2B5EF4-FFF2-40B4-BE49-F238E27FC236}">
                <a16:creationId xmlns:a16="http://schemas.microsoft.com/office/drawing/2014/main" id="{F9AF6298-75B4-D4C6-A1EB-474ED56A5A42}"/>
              </a:ext>
            </a:extLst>
          </p:cNvPr>
          <p:cNvCxnSpPr>
            <a:cxnSpLocks/>
          </p:cNvCxnSpPr>
          <p:nvPr/>
        </p:nvCxnSpPr>
        <p:spPr>
          <a:xfrm>
            <a:off x="8572500" y="2457450"/>
            <a:ext cx="3251200" cy="996950"/>
          </a:xfrm>
          <a:prstGeom prst="line">
            <a:avLst/>
          </a:prstGeom>
          <a:ln>
            <a:solidFill>
              <a:schemeClr val="tx1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69B6280D-7B70-3024-1451-40074DFD0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6D856-E34B-4586-8327-57D6E7D116E0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019269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5CE56FC5-5319-250D-77B3-2CB71527CD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9750" y="1629868"/>
            <a:ext cx="5524525" cy="4623787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F79B86C-AA20-D530-3236-475BC13D20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44537"/>
          </a:xfrm>
        </p:spPr>
        <p:txBody>
          <a:bodyPr/>
          <a:lstStyle/>
          <a:p>
            <a:r>
              <a:rPr lang="ru-RU" dirty="0"/>
              <a:t>Производственный заказ</a:t>
            </a:r>
          </a:p>
        </p:txBody>
      </p:sp>
      <p:sp>
        <p:nvSpPr>
          <p:cNvPr id="20" name="Text Box 5">
            <a:extLst>
              <a:ext uri="{FF2B5EF4-FFF2-40B4-BE49-F238E27FC236}">
                <a16:creationId xmlns:a16="http://schemas.microsoft.com/office/drawing/2014/main" id="{BCF41A12-458B-D98C-2732-6E6C0EF683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59788" y="3941762"/>
            <a:ext cx="1295400" cy="530225"/>
          </a:xfrm>
          <a:prstGeom prst="rect">
            <a:avLst/>
          </a:prstGeom>
          <a:solidFill>
            <a:schemeClr val="accent1"/>
          </a:solidFill>
          <a:ln w="12700" algn="ctr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  <a:buClrTx/>
              <a:buFontTx/>
              <a:buNone/>
            </a:pPr>
            <a:r>
              <a:rPr lang="ru-RU" altLang="ru-RU" sz="1400" b="0">
                <a:solidFill>
                  <a:schemeClr val="bg1"/>
                </a:solidFill>
              </a:rPr>
              <a:t>Временной график</a:t>
            </a:r>
            <a:endParaRPr lang="en-US" altLang="ru-RU" sz="1400" b="0">
              <a:solidFill>
                <a:schemeClr val="bg1"/>
              </a:solidFill>
            </a:endParaRPr>
          </a:p>
        </p:txBody>
      </p:sp>
      <p:sp>
        <p:nvSpPr>
          <p:cNvPr id="21" name="Line 12">
            <a:extLst>
              <a:ext uri="{FF2B5EF4-FFF2-40B4-BE49-F238E27FC236}">
                <a16:creationId xmlns:a16="http://schemas.microsoft.com/office/drawing/2014/main" id="{E7F2FE32-F48F-7846-7EF5-B4BE603AE2D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594600" y="4238625"/>
            <a:ext cx="798513" cy="149226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ru-RU">
              <a:solidFill>
                <a:schemeClr val="bg1"/>
              </a:solidFill>
            </a:endParaRPr>
          </a:p>
        </p:txBody>
      </p:sp>
      <p:sp>
        <p:nvSpPr>
          <p:cNvPr id="22" name="Text Box 5">
            <a:extLst>
              <a:ext uri="{FF2B5EF4-FFF2-40B4-BE49-F238E27FC236}">
                <a16:creationId xmlns:a16="http://schemas.microsoft.com/office/drawing/2014/main" id="{64AF4FE5-4E30-8BC2-774C-60C07EA6BB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98700" y="3109912"/>
            <a:ext cx="1079500" cy="307975"/>
          </a:xfrm>
          <a:prstGeom prst="rect">
            <a:avLst/>
          </a:prstGeom>
          <a:solidFill>
            <a:schemeClr val="accent1"/>
          </a:solidFill>
          <a:ln w="12700" algn="ctr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  <a:buClrTx/>
              <a:buFontTx/>
              <a:buNone/>
            </a:pPr>
            <a:r>
              <a:rPr lang="ru-RU" altLang="ru-RU" sz="1400" b="0">
                <a:solidFill>
                  <a:schemeClr val="bg1"/>
                </a:solidFill>
                <a:latin typeface="Calibri" pitchFamily="34" charset="0"/>
              </a:rPr>
              <a:t>Количество</a:t>
            </a:r>
            <a:endParaRPr lang="en-US" altLang="ru-RU" sz="1400" b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23" name="Line 12">
            <a:extLst>
              <a:ext uri="{FF2B5EF4-FFF2-40B4-BE49-F238E27FC236}">
                <a16:creationId xmlns:a16="http://schemas.microsoft.com/office/drawing/2014/main" id="{C2258BC1-B20F-9682-C5A2-5928AB2BA1A6}"/>
              </a:ext>
            </a:extLst>
          </p:cNvPr>
          <p:cNvSpPr>
            <a:spLocks noChangeShapeType="1"/>
          </p:cNvSpPr>
          <p:nvPr/>
        </p:nvSpPr>
        <p:spPr bwMode="auto">
          <a:xfrm>
            <a:off x="3441700" y="3324225"/>
            <a:ext cx="762000" cy="20369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ru-RU">
              <a:solidFill>
                <a:schemeClr val="bg1"/>
              </a:solidFill>
            </a:endParaRPr>
          </a:p>
        </p:txBody>
      </p:sp>
      <p:sp>
        <p:nvSpPr>
          <p:cNvPr id="24" name="Text Box 5">
            <a:extLst>
              <a:ext uri="{FF2B5EF4-FFF2-40B4-BE49-F238E27FC236}">
                <a16:creationId xmlns:a16="http://schemas.microsoft.com/office/drawing/2014/main" id="{4033F938-EC66-921A-010F-D7D5ED5069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98700" y="2538412"/>
            <a:ext cx="649288" cy="317500"/>
          </a:xfrm>
          <a:prstGeom prst="rect">
            <a:avLst/>
          </a:prstGeom>
          <a:solidFill>
            <a:schemeClr val="accent1"/>
          </a:solidFill>
          <a:ln w="12700" algn="ctr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  <a:buClrTx/>
              <a:buFontTx/>
              <a:buNone/>
            </a:pPr>
            <a:r>
              <a:rPr lang="ru-RU" altLang="ru-RU" sz="1400" b="0">
                <a:solidFill>
                  <a:schemeClr val="bg1"/>
                </a:solidFill>
              </a:rPr>
              <a:t>Что</a:t>
            </a:r>
            <a:endParaRPr lang="en-US" altLang="ru-RU" sz="1400" b="0">
              <a:solidFill>
                <a:schemeClr val="bg1"/>
              </a:solidFill>
            </a:endParaRPr>
          </a:p>
        </p:txBody>
      </p:sp>
      <p:sp>
        <p:nvSpPr>
          <p:cNvPr id="25" name="Line 12">
            <a:extLst>
              <a:ext uri="{FF2B5EF4-FFF2-40B4-BE49-F238E27FC236}">
                <a16:creationId xmlns:a16="http://schemas.microsoft.com/office/drawing/2014/main" id="{B858898A-9122-62F3-C756-C371C1EDC4A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013075" y="2476499"/>
            <a:ext cx="1071563" cy="20478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ru-RU">
              <a:solidFill>
                <a:schemeClr val="bg1"/>
              </a:solidFill>
            </a:endParaRPr>
          </a:p>
        </p:txBody>
      </p:sp>
      <p:sp>
        <p:nvSpPr>
          <p:cNvPr id="26" name="Text Box 5">
            <a:extLst>
              <a:ext uri="{FF2B5EF4-FFF2-40B4-BE49-F238E27FC236}">
                <a16:creationId xmlns:a16="http://schemas.microsoft.com/office/drawing/2014/main" id="{917706D2-F793-297F-3AE3-0AA0E18142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84888" y="1109662"/>
            <a:ext cx="2374900" cy="307975"/>
          </a:xfrm>
          <a:prstGeom prst="rect">
            <a:avLst/>
          </a:prstGeom>
          <a:solidFill>
            <a:schemeClr val="accent1"/>
          </a:solidFill>
          <a:ln w="12700" algn="ctr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  <a:buClrTx/>
              <a:buFontTx/>
              <a:buNone/>
            </a:pPr>
            <a:r>
              <a:rPr lang="ru-RU" altLang="ru-RU" sz="1400" b="0">
                <a:solidFill>
                  <a:schemeClr val="bg1"/>
                </a:solidFill>
                <a:latin typeface="Calibri" pitchFamily="34" charset="0"/>
              </a:rPr>
              <a:t>Каким образом (операции)</a:t>
            </a:r>
            <a:endParaRPr lang="en-US" altLang="ru-RU" sz="1400" b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27" name="Line 12">
            <a:extLst>
              <a:ext uri="{FF2B5EF4-FFF2-40B4-BE49-F238E27FC236}">
                <a16:creationId xmlns:a16="http://schemas.microsoft.com/office/drawing/2014/main" id="{AB115758-CD1F-136C-CFC7-A260C08B594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613400" y="1417637"/>
            <a:ext cx="328612" cy="53816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ru-RU">
              <a:solidFill>
                <a:schemeClr val="bg1"/>
              </a:solidFill>
            </a:endParaRPr>
          </a:p>
        </p:txBody>
      </p:sp>
      <p:sp>
        <p:nvSpPr>
          <p:cNvPr id="28" name="Text Box 5">
            <a:extLst>
              <a:ext uri="{FF2B5EF4-FFF2-40B4-BE49-F238E27FC236}">
                <a16:creationId xmlns:a16="http://schemas.microsoft.com/office/drawing/2014/main" id="{34A91BA4-FFAC-0B81-1662-0445310DE5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99263" y="2038350"/>
            <a:ext cx="1660525" cy="307975"/>
          </a:xfrm>
          <a:prstGeom prst="rect">
            <a:avLst/>
          </a:prstGeom>
          <a:solidFill>
            <a:schemeClr val="accent1"/>
          </a:solidFill>
          <a:ln w="12700" algn="ctr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  <a:buClrTx/>
              <a:buFontTx/>
              <a:buNone/>
            </a:pPr>
            <a:r>
              <a:rPr lang="ru-RU" altLang="ru-RU" sz="1400" b="0">
                <a:solidFill>
                  <a:schemeClr val="bg1"/>
                </a:solidFill>
              </a:rPr>
              <a:t>Компоненты</a:t>
            </a:r>
            <a:endParaRPr lang="en-US" altLang="ru-RU" sz="1400" b="0">
              <a:solidFill>
                <a:schemeClr val="bg1"/>
              </a:solidFill>
            </a:endParaRPr>
          </a:p>
        </p:txBody>
      </p:sp>
      <p:sp>
        <p:nvSpPr>
          <p:cNvPr id="29" name="Line 12">
            <a:extLst>
              <a:ext uri="{FF2B5EF4-FFF2-40B4-BE49-F238E27FC236}">
                <a16:creationId xmlns:a16="http://schemas.microsoft.com/office/drawing/2014/main" id="{2CBDA3CC-561B-AF20-4934-464D74356AB4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816600" y="2108200"/>
            <a:ext cx="914400" cy="15716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ru-RU">
              <a:solidFill>
                <a:schemeClr val="bg1"/>
              </a:solidFill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9FDA128-78FA-BB5B-CBE3-3BAD72377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6D856-E34B-4586-8327-57D6E7D116E0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48241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B3A529-5A94-7EF5-9641-B928BA0F76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4683" y="2241120"/>
            <a:ext cx="3362633" cy="1325563"/>
          </a:xfrm>
        </p:spPr>
        <p:txBody>
          <a:bodyPr/>
          <a:lstStyle/>
          <a:p>
            <a:r>
              <a:rPr lang="ru-RU" dirty="0"/>
              <a:t>Приложения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0E51198-4703-F129-0B83-0E1DA53265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6D856-E34B-4586-8327-57D6E7D116E0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79397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92EF14-9697-3F78-98B6-2179AACC07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АС предприятия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FFDABFF9-24B5-6FF6-1701-887AB327B8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799588"/>
          </a:xfrm>
        </p:spPr>
        <p:txBody>
          <a:bodyPr>
            <a:normAutofit lnSpcReduction="10000"/>
          </a:bodyPr>
          <a:lstStyle/>
          <a:p>
            <a:r>
              <a:rPr lang="ru-RU" dirty="0"/>
              <a:t>Объем и частота передаваемой информации и периоды времени, «которыми оперируют системы»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9D1B031-E3CA-0244-EA81-FC9D7C85E5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2455" y="2718210"/>
            <a:ext cx="7087845" cy="3684150"/>
          </a:xfrm>
          <a:prstGeom prst="rect">
            <a:avLst/>
          </a:prstGeom>
        </p:spPr>
      </p:pic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A7CEA8B5-F74A-A9CE-BEAA-FECB9EEA6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6D856-E34B-4586-8327-57D6E7D116E0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99921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827907D-A0FB-15B7-E90A-FC40B1671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Основные транзакции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8E1C5E4-C451-BB7E-77C5-45A86EC656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MM03 – </a:t>
            </a:r>
            <a:r>
              <a:rPr lang="ru-RU" dirty="0"/>
              <a:t>Просмотр материала</a:t>
            </a:r>
          </a:p>
          <a:p>
            <a:r>
              <a:rPr lang="en-US" dirty="0"/>
              <a:t>CS03</a:t>
            </a:r>
            <a:r>
              <a:rPr lang="ru-RU" dirty="0"/>
              <a:t> – Просмотр спецификации</a:t>
            </a:r>
            <a:endParaRPr lang="en-US" dirty="0"/>
          </a:p>
          <a:p>
            <a:r>
              <a:rPr lang="en-US" dirty="0"/>
              <a:t>CA03</a:t>
            </a:r>
            <a:r>
              <a:rPr lang="ru-RU" dirty="0"/>
              <a:t> – Просмотр </a:t>
            </a:r>
            <a:r>
              <a:rPr lang="ru-RU" dirty="0" err="1"/>
              <a:t>техкарты</a:t>
            </a:r>
            <a:endParaRPr lang="en-US" dirty="0"/>
          </a:p>
          <a:p>
            <a:r>
              <a:rPr lang="en-US" dirty="0"/>
              <a:t>C223</a:t>
            </a:r>
            <a:r>
              <a:rPr lang="ru-RU" dirty="0"/>
              <a:t> – ведение вариантов изготовления</a:t>
            </a:r>
            <a:endParaRPr lang="en-US" dirty="0"/>
          </a:p>
          <a:p>
            <a:r>
              <a:rPr lang="en-US" dirty="0"/>
              <a:t>MB52</a:t>
            </a:r>
            <a:r>
              <a:rPr lang="ru-RU" dirty="0"/>
              <a:t> – просмотр складских остатков</a:t>
            </a:r>
            <a:endParaRPr lang="en-US" dirty="0"/>
          </a:p>
          <a:p>
            <a:r>
              <a:rPr lang="en-US" dirty="0"/>
              <a:t>MB51</a:t>
            </a:r>
            <a:r>
              <a:rPr lang="ru-RU" dirty="0"/>
              <a:t> – просмотр документов материалов</a:t>
            </a:r>
            <a:endParaRPr lang="en-US" dirty="0"/>
          </a:p>
          <a:p>
            <a:r>
              <a:rPr lang="ru-RU" dirty="0"/>
              <a:t>С</a:t>
            </a:r>
            <a:r>
              <a:rPr lang="en-US" dirty="0"/>
              <a:t>O01/ CO02 / CO03</a:t>
            </a:r>
            <a:r>
              <a:rPr lang="ru-RU" dirty="0"/>
              <a:t> – создание / изменение / просмотр производственного заказа</a:t>
            </a:r>
          </a:p>
          <a:p>
            <a:r>
              <a:rPr lang="en-US" dirty="0"/>
              <a:t>CO</a:t>
            </a:r>
            <a:r>
              <a:rPr lang="ru-RU" dirty="0"/>
              <a:t>11 / </a:t>
            </a:r>
            <a:r>
              <a:rPr lang="en-US" dirty="0"/>
              <a:t>CO</a:t>
            </a:r>
            <a:r>
              <a:rPr lang="ru-RU" dirty="0"/>
              <a:t>12 / </a:t>
            </a:r>
            <a:r>
              <a:rPr lang="en-US" dirty="0"/>
              <a:t>CO</a:t>
            </a:r>
            <a:r>
              <a:rPr lang="ru-RU" dirty="0"/>
              <a:t>13 / </a:t>
            </a:r>
            <a:r>
              <a:rPr lang="en-US" dirty="0"/>
              <a:t>CO</a:t>
            </a:r>
            <a:r>
              <a:rPr lang="ru-RU" dirty="0"/>
              <a:t>14 – единичный ввод / групповой ввод / сторнирование / просмотр подтверждений</a:t>
            </a:r>
          </a:p>
          <a:p>
            <a:r>
              <a:rPr lang="en-US" dirty="0"/>
              <a:t>COOIS</a:t>
            </a:r>
            <a:r>
              <a:rPr lang="ru-RU" dirty="0"/>
              <a:t> – отчет по заказам (заголовки, операции, подтверждения, компоненты, документы списаний и выпуска)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D1B276B-0B1F-E091-8B5E-BBD2D48CF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6D856-E34B-4586-8327-57D6E7D116E0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649006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E7D4623-37B1-6004-C70D-6CCF428427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850" y="2850858"/>
            <a:ext cx="6881526" cy="2446764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3DAC07-EFCF-C89C-0BFA-F101E50E16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С223 и </a:t>
            </a:r>
            <a:r>
              <a:rPr lang="en-US" dirty="0"/>
              <a:t>MM03</a:t>
            </a:r>
            <a:br>
              <a:rPr lang="en-US" dirty="0"/>
            </a:br>
            <a:r>
              <a:rPr lang="ru-RU" dirty="0"/>
              <a:t>Вариант изготовления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B9E6FF0-EB67-FCBE-907D-A3B8B53A1E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2909" y="322628"/>
            <a:ext cx="5327654" cy="5606224"/>
          </a:xfrm>
          <a:prstGeom prst="rect">
            <a:avLst/>
          </a:prstGeom>
        </p:spPr>
      </p:pic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6E2FCC6-7ACC-1993-1603-9B20A3C84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6D856-E34B-4586-8327-57D6E7D116E0}" type="slidenum">
              <a:rPr lang="ru-RU" smtClean="0"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5464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D40460-F1CA-CE08-2458-B275528A73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MB52</a:t>
            </a:r>
            <a:r>
              <a:rPr lang="ru-RU" dirty="0"/>
              <a:t>. Пример экрана выбора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F67E2A5-73A3-5835-1DCF-9AFF72FD80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5800" y="1543316"/>
            <a:ext cx="4823158" cy="4949559"/>
          </a:xfrm>
          <a:prstGeom prst="rect">
            <a:avLst/>
          </a:prstGeom>
        </p:spPr>
      </p:pic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BAF8C14-F9F6-6402-AFC4-8B456DF84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6D856-E34B-4586-8327-57D6E7D116E0}" type="slidenum">
              <a:rPr lang="ru-RU" smtClean="0"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884411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4B0BA75-2D2E-6744-389A-4968F9ECB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MB51</a:t>
            </a:r>
            <a:r>
              <a:rPr lang="ru-RU" dirty="0"/>
              <a:t>. Пример экрана выбора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48988F4-7BA7-EC89-8AFA-BB159F76F1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6947" y="1450993"/>
            <a:ext cx="5315318" cy="5041882"/>
          </a:xfrm>
          <a:prstGeom prst="rect">
            <a:avLst/>
          </a:prstGeom>
        </p:spPr>
      </p:pic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B3F3851-D1B8-96C5-49D8-79D12DF30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6D856-E34B-4586-8327-57D6E7D116E0}" type="slidenum">
              <a:rPr lang="ru-RU" smtClean="0"/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4443073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6941E3-4CB5-9479-DF3E-886B4C44AB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COOIS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6DEE686-0A49-6D28-2339-D1FDD4C263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5659" y="1503366"/>
            <a:ext cx="4728086" cy="493578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92BF032-1645-715A-DF54-B9CFA9D78F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1835" y="1503366"/>
            <a:ext cx="4728086" cy="4911240"/>
          </a:xfrm>
          <a:prstGeom prst="rect">
            <a:avLst/>
          </a:prstGeom>
        </p:spPr>
      </p:pic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B2B5B8F-2FD7-A771-1BC8-C0BFECF15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6D856-E34B-4586-8327-57D6E7D116E0}" type="slidenum">
              <a:rPr lang="ru-RU" smtClean="0"/>
              <a:t>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279838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5D9253-15D1-6109-6A61-22052E7F3A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Список литературы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5841E73-64EA-C3DB-52D3-7E3493D5D2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>
                <a:hlinkClick r:id="rId2"/>
              </a:rPr>
              <a:t>https://adeptik.com/blog/avtomatizirovannye-sistemy-upravleniya-predpriyatiem/</a:t>
            </a:r>
            <a:r>
              <a:rPr lang="ru-RU" dirty="0"/>
              <a:t>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hlinkClick r:id="rId3"/>
              </a:rPr>
              <a:t>https://help.sap.com/docs/SAP_ERP/a0d3efbac8b14fc89b29bf47a1677c86/3adbf75305610114e10000000a174cb4.html?locale=en-US</a:t>
            </a:r>
            <a:r>
              <a:rPr lang="en-US" dirty="0"/>
              <a:t> 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FCEAFD4-8395-099D-6B2D-BF268F66D5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6D856-E34B-4586-8327-57D6E7D116E0}" type="slidenum">
              <a:rPr lang="ru-RU" smtClean="0"/>
              <a:t>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664122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839</TotalTime>
  <Words>705</Words>
  <Application>Microsoft Office PowerPoint</Application>
  <PresentationFormat>Широкоэкранный</PresentationFormat>
  <Paragraphs>171</Paragraphs>
  <Slides>25</Slides>
  <Notes>4</Notes>
  <HiddenSlides>1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25</vt:i4>
      </vt:variant>
    </vt:vector>
  </HeadingPairs>
  <TitlesOfParts>
    <vt:vector size="30" baseType="lpstr">
      <vt:lpstr>Aptos</vt:lpstr>
      <vt:lpstr>Aptos Display</vt:lpstr>
      <vt:lpstr>Arial</vt:lpstr>
      <vt:lpstr>Calibri</vt:lpstr>
      <vt:lpstr>Тема Office</vt:lpstr>
      <vt:lpstr>Автоматизированная система управления предприятием (АСУП)</vt:lpstr>
      <vt:lpstr>Разнообразие систем предприятия</vt:lpstr>
      <vt:lpstr>Односторонний интерфейс между компонентами АС предприятия</vt:lpstr>
      <vt:lpstr>Содержание</vt:lpstr>
      <vt:lpstr>Организационная структура</vt:lpstr>
      <vt:lpstr>Основные данные</vt:lpstr>
      <vt:lpstr>Основные данные: Материалы</vt:lpstr>
      <vt:lpstr>Основные данные: Спецификация</vt:lpstr>
      <vt:lpstr>Основные данные: Спецификация</vt:lpstr>
      <vt:lpstr>Основные данные: Спецификация</vt:lpstr>
      <vt:lpstr>Основные данные: Технологическая карта</vt:lpstr>
      <vt:lpstr>Основные данные: Технологическая карта</vt:lpstr>
      <vt:lpstr>Технологическая Карта.  Связь с компонентами спецификации</vt:lpstr>
      <vt:lpstr>Вариант изготовления</vt:lpstr>
      <vt:lpstr>Производство в ERP</vt:lpstr>
      <vt:lpstr>Выполнение производства</vt:lpstr>
      <vt:lpstr>Производственный заказ</vt:lpstr>
      <vt:lpstr>Приложения</vt:lpstr>
      <vt:lpstr>АС предприятия</vt:lpstr>
      <vt:lpstr>Основные транзакции</vt:lpstr>
      <vt:lpstr>С223 и MM03 Вариант изготовления</vt:lpstr>
      <vt:lpstr>MB52. Пример экрана выбора</vt:lpstr>
      <vt:lpstr>MB51. Пример экрана выбора</vt:lpstr>
      <vt:lpstr>COOIS</vt:lpstr>
      <vt:lpstr>Список литературы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Автоматизированная система управления предприятием (АСУП)</dc:title>
  <dc:creator>Екатерина Лесик</dc:creator>
  <cp:lastModifiedBy>Екатерина</cp:lastModifiedBy>
  <cp:revision>10</cp:revision>
  <dcterms:created xsi:type="dcterms:W3CDTF">2026-06-26T11:03:34Z</dcterms:created>
  <dcterms:modified xsi:type="dcterms:W3CDTF">2026-06-30T14:19:40Z</dcterms:modified>
</cp:coreProperties>
</file>